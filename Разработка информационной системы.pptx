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7" r:id="rId5"/>
    <p:sldId id="258" r:id="rId6"/>
    <p:sldId id="268" r:id="rId7"/>
    <p:sldId id="269" r:id="rId8"/>
    <p:sldId id="270" r:id="rId9"/>
    <p:sldId id="271" r:id="rId10"/>
    <p:sldId id="272" r:id="rId11"/>
    <p:sldId id="273" r:id="rId12"/>
    <p:sldId id="266" r:id="rId13"/>
    <p:sldId id="274" r:id="rId14"/>
    <p:sldId id="275" r:id="rId15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567A"/>
    <a:srgbClr val="0D1D51"/>
    <a:srgbClr val="0072C7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69" autoAdjust="0"/>
    <p:restoredTop sz="91943" autoAdjust="0"/>
  </p:normalViewPr>
  <p:slideViewPr>
    <p:cSldViewPr snapToGrid="0" showGuides="1">
      <p:cViewPr varScale="1">
        <p:scale>
          <a:sx n="100" d="100"/>
          <a:sy n="100" d="100"/>
        </p:scale>
        <p:origin x="1314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6" d="100"/>
          <a:sy n="76" d="100"/>
        </p:scale>
        <p:origin x="407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BF404C6-F3CC-4383-8FBC-3F7F856D112C}" type="datetime1">
              <a:rPr lang="ru-RU" smtClean="0"/>
              <a:t>31.03.2026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18A1656-FDB1-442A-B22F-67D2FDA9ED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47850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E53AFD-DFF1-40C5-A030-1B2F2E9C0365}" type="datetime1">
              <a:rPr lang="ru-RU" smtClean="0"/>
              <a:pPr/>
              <a:t>31.03.2026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336304E-FDE3-4B4F-A3B7-EBE87F3FA5E2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0851386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5530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795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31690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1398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8078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04042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11569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82210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07943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0594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7122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азвание слайда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rtlCol="0" anchor="b">
            <a:noAutofit/>
          </a:bodyPr>
          <a:lstStyle>
            <a:lvl1pPr algn="l">
              <a:defRPr sz="5400" b="1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rtl="0"/>
            <a:r>
              <a:rPr lang="ru-RU" noProof="0" dirty="0"/>
              <a:t>Место для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  <a:endParaRPr lang="ru-RU" noProof="0" dirty="0"/>
          </a:p>
        </p:txBody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ru-RU" noProof="0"/>
              <a:t>Вставка рисунка</a:t>
            </a:r>
            <a:endParaRPr lang="ru-RU" noProof="0" dirty="0"/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Полилиния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noProof="0" dirty="0"/>
            </a:p>
          </p:txBody>
        </p:sp>
        <p:sp>
          <p:nvSpPr>
            <p:cNvPr id="16" name="Полилиния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noProof="0" dirty="0"/>
            </a:p>
          </p:txBody>
        </p:sp>
      </p:grp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2999" y="1312605"/>
            <a:ext cx="1745251" cy="673365"/>
          </a:xfrm>
          <a:prstGeom prst="rect">
            <a:avLst/>
          </a:prstGeom>
        </p:spPr>
      </p:pic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504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3AE61224-6208-4388-840A-2A613B842650}"/>
              </a:ext>
            </a:extLst>
          </p:cNvPr>
          <p:cNvGrpSpPr/>
          <p:nvPr userDrawn="1"/>
        </p:nvGrpSpPr>
        <p:grpSpPr>
          <a:xfrm>
            <a:off x="-1871180" y="-2049517"/>
            <a:ext cx="8917229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1" name="Полилиния 5">
              <a:extLst>
                <a:ext uri="{FF2B5EF4-FFF2-40B4-BE49-F238E27FC236}">
                  <a16:creationId xmlns:a16="http://schemas.microsoft.com/office/drawing/2014/main" id="{9C262CDC-D38F-428C-A15E-DDD5A48CA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noProof="0" dirty="0"/>
            </a:p>
          </p:txBody>
        </p:sp>
        <p:sp>
          <p:nvSpPr>
            <p:cNvPr id="12" name="Полилиния 6">
              <a:extLst>
                <a:ext uri="{FF2B5EF4-FFF2-40B4-BE49-F238E27FC236}">
                  <a16:creationId xmlns:a16="http://schemas.microsoft.com/office/drawing/2014/main" id="{6CA70729-6AED-407B-8058-1348C4E2ED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38849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азвание слайда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rtlCol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 noProof="0" dirty="0"/>
              <a:t>Место для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  <a:endParaRPr lang="ru-RU" noProof="0" dirty="0"/>
          </a:p>
        </p:txBody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ru-RU" noProof="0"/>
              <a:t>Вставка рисунка</a:t>
            </a:r>
            <a:endParaRPr lang="ru-RU" noProof="0" dirty="0"/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1">
              <a:alpha val="16000"/>
            </a:schemeClr>
          </a:solidFill>
        </p:grpSpPr>
        <p:sp>
          <p:nvSpPr>
            <p:cNvPr id="15" name="Полилиния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noProof="0" dirty="0"/>
            </a:p>
          </p:txBody>
        </p:sp>
        <p:sp>
          <p:nvSpPr>
            <p:cNvPr id="16" name="Полилиния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noProof="0" dirty="0"/>
            </a:p>
          </p:txBody>
        </p:sp>
      </p:grp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5850" y="391862"/>
            <a:ext cx="1745251" cy="673365"/>
          </a:xfrm>
          <a:prstGeom prst="rect">
            <a:avLst/>
          </a:prstGeom>
        </p:spPr>
      </p:pic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504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2140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7333" userDrawn="1">
          <p15:clr>
            <a:srgbClr val="FBAE40"/>
          </p15:clr>
        </p15:guide>
        <p15:guide id="4" pos="36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 с изображе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9087E09-D75F-4E26-B01E-A1A09BA2EA7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7A70B7-7ADE-4E0B-B956-363B0B1A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2563"/>
            <a:ext cx="10515600" cy="940181"/>
          </a:xfrm>
        </p:spPr>
        <p:txBody>
          <a:bodyPr rtlCol="0" anchor="b">
            <a:noAutofit/>
          </a:bodyPr>
          <a:lstStyle>
            <a:lvl1pPr algn="ctr">
              <a:defRPr sz="4000" b="1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ACB5603-8A62-4D45-B6EF-0D7E2D5FC4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39388" y="1154832"/>
            <a:ext cx="7900525" cy="76446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Место для замещающего текста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5FC40B0-ED27-47E5-A3C2-32A8418567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638" y="6260507"/>
            <a:ext cx="1075427" cy="414929"/>
          </a:xfrm>
          <a:prstGeom prst="rect">
            <a:avLst/>
          </a:prstGeom>
        </p:spPr>
      </p:pic>
      <p:sp>
        <p:nvSpPr>
          <p:cNvPr id="11" name="Овал 10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rgbClr val="2C567A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B5A30B6B-EEDB-4142-8138-D50F5A307D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93041" y="2270376"/>
            <a:ext cx="6206400" cy="4587625"/>
          </a:xfrm>
          <a:custGeom>
            <a:avLst/>
            <a:gdLst>
              <a:gd name="connsiteX0" fmla="*/ 3103200 w 6206400"/>
              <a:gd name="connsiteY0" fmla="*/ 0 h 4587625"/>
              <a:gd name="connsiteX1" fmla="*/ 6206400 w 6206400"/>
              <a:gd name="connsiteY1" fmla="*/ 3103200 h 4587625"/>
              <a:gd name="connsiteX2" fmla="*/ 5831861 w 6206400"/>
              <a:gd name="connsiteY2" fmla="*/ 4582370 h 4587625"/>
              <a:gd name="connsiteX3" fmla="*/ 5828668 w 6206400"/>
              <a:gd name="connsiteY3" fmla="*/ 4587625 h 4587625"/>
              <a:gd name="connsiteX4" fmla="*/ 377733 w 6206400"/>
              <a:gd name="connsiteY4" fmla="*/ 4587625 h 4587625"/>
              <a:gd name="connsiteX5" fmla="*/ 374540 w 6206400"/>
              <a:gd name="connsiteY5" fmla="*/ 4582370 h 4587625"/>
              <a:gd name="connsiteX6" fmla="*/ 0 w 6206400"/>
              <a:gd name="connsiteY6" fmla="*/ 3103200 h 4587625"/>
              <a:gd name="connsiteX7" fmla="*/ 3103200 w 6206400"/>
              <a:gd name="connsiteY7" fmla="*/ 0 h 458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06400" h="4587625">
                <a:moveTo>
                  <a:pt x="3103200" y="0"/>
                </a:moveTo>
                <a:cubicBezTo>
                  <a:pt x="4817050" y="0"/>
                  <a:pt x="6206400" y="1389350"/>
                  <a:pt x="6206400" y="3103200"/>
                </a:cubicBezTo>
                <a:cubicBezTo>
                  <a:pt x="6206400" y="3638778"/>
                  <a:pt x="6070721" y="4142667"/>
                  <a:pt x="5831861" y="4582370"/>
                </a:cubicBezTo>
                <a:lnTo>
                  <a:pt x="5828668" y="4587625"/>
                </a:lnTo>
                <a:lnTo>
                  <a:pt x="377733" y="4587625"/>
                </a:lnTo>
                <a:lnTo>
                  <a:pt x="374540" y="4582370"/>
                </a:lnTo>
                <a:cubicBezTo>
                  <a:pt x="135679" y="4142667"/>
                  <a:pt x="0" y="3638778"/>
                  <a:pt x="0" y="3103200"/>
                </a:cubicBezTo>
                <a:cubicBezTo>
                  <a:pt x="0" y="1389350"/>
                  <a:pt x="1389350" y="0"/>
                  <a:pt x="310320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2400"/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750495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азвание и содержимое с изображе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 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4914189" cy="4351338"/>
          </a:xfrm>
        </p:spPr>
        <p:txBody>
          <a:bodyPr lIns="0" tIns="0" rIns="0" bIns="0" rtlCol="0"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>
              <a:solidFill>
                <a:schemeClr val="bg1"/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42E17FB3-B5C4-4B3A-A57B-C6493A9D0C66}"/>
              </a:ext>
            </a:extLst>
          </p:cNvPr>
          <p:cNvGrpSpPr/>
          <p:nvPr userDrawn="1"/>
        </p:nvGrpSpPr>
        <p:grpSpPr>
          <a:xfrm rot="8650774">
            <a:off x="5037655" y="4336093"/>
            <a:ext cx="1905000" cy="2354263"/>
            <a:chOff x="11114088" y="2241550"/>
            <a:chExt cx="1905000" cy="2354263"/>
          </a:xfrm>
          <a:solidFill>
            <a:schemeClr val="bg2"/>
          </a:solidFill>
        </p:grpSpPr>
        <p:sp>
          <p:nvSpPr>
            <p:cNvPr id="11" name="Полилиния 5">
              <a:extLst>
                <a:ext uri="{FF2B5EF4-FFF2-40B4-BE49-F238E27FC236}">
                  <a16:creationId xmlns:a16="http://schemas.microsoft.com/office/drawing/2014/main" id="{DCA6C454-F761-4265-BB5E-DFD947CC3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noProof="0" dirty="0"/>
            </a:p>
          </p:txBody>
        </p:sp>
        <p:sp>
          <p:nvSpPr>
            <p:cNvPr id="12" name="Полилиния 6">
              <a:extLst>
                <a:ext uri="{FF2B5EF4-FFF2-40B4-BE49-F238E27FC236}">
                  <a16:creationId xmlns:a16="http://schemas.microsoft.com/office/drawing/2014/main" id="{6B853B2F-9E1C-4AC4-9344-8610498D5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noProof="0" dirty="0"/>
            </a:p>
          </p:txBody>
        </p:sp>
        <p:sp>
          <p:nvSpPr>
            <p:cNvPr id="13" name="Полилиния 7">
              <a:extLst>
                <a:ext uri="{FF2B5EF4-FFF2-40B4-BE49-F238E27FC236}">
                  <a16:creationId xmlns:a16="http://schemas.microsoft.com/office/drawing/2014/main" id="{B7FCC84B-2235-4948-8277-8363DFC691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noProof="0" dirty="0"/>
            </a:p>
          </p:txBody>
        </p:sp>
      </p:grpSp>
      <p:sp>
        <p:nvSpPr>
          <p:cNvPr id="15" name="Овал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23" name="Рисунок 22">
            <a:extLst>
              <a:ext uri="{FF2B5EF4-FFF2-40B4-BE49-F238E27FC236}">
                <a16:creationId xmlns:a16="http://schemas.microsoft.com/office/drawing/2014/main" id="{26619E66-5354-4D60-8529-27917AC037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4648" y="0"/>
            <a:ext cx="6307353" cy="5780372"/>
          </a:xfrm>
          <a:custGeom>
            <a:avLst/>
            <a:gdLst>
              <a:gd name="connsiteX0" fmla="*/ 760444 w 6307353"/>
              <a:gd name="connsiteY0" fmla="*/ 0 h 5780372"/>
              <a:gd name="connsiteX1" fmla="*/ 6307353 w 6307353"/>
              <a:gd name="connsiteY1" fmla="*/ 0 h 5780372"/>
              <a:gd name="connsiteX2" fmla="*/ 6307353 w 6307353"/>
              <a:gd name="connsiteY2" fmla="*/ 4515612 h 5780372"/>
              <a:gd name="connsiteX3" fmla="*/ 6110746 w 6307353"/>
              <a:gd name="connsiteY3" fmla="*/ 4731934 h 5780372"/>
              <a:gd name="connsiteX4" fmla="*/ 3579592 w 6307353"/>
              <a:gd name="connsiteY4" fmla="*/ 5780372 h 5780372"/>
              <a:gd name="connsiteX5" fmla="*/ 0 w 6307353"/>
              <a:gd name="connsiteY5" fmla="*/ 2200780 h 5780372"/>
              <a:gd name="connsiteX6" fmla="*/ 611338 w 6307353"/>
              <a:gd name="connsiteY6" fmla="*/ 199396 h 578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7353" h="5780372">
                <a:moveTo>
                  <a:pt x="760444" y="0"/>
                </a:moveTo>
                <a:lnTo>
                  <a:pt x="6307353" y="0"/>
                </a:lnTo>
                <a:lnTo>
                  <a:pt x="6307353" y="4515612"/>
                </a:lnTo>
                <a:lnTo>
                  <a:pt x="6110746" y="4731934"/>
                </a:lnTo>
                <a:cubicBezTo>
                  <a:pt x="5462967" y="5379713"/>
                  <a:pt x="4568069" y="5780372"/>
                  <a:pt x="3579592" y="5780372"/>
                </a:cubicBezTo>
                <a:cubicBezTo>
                  <a:pt x="1602638" y="5780372"/>
                  <a:pt x="0" y="4177734"/>
                  <a:pt x="0" y="2200780"/>
                </a:cubicBezTo>
                <a:cubicBezTo>
                  <a:pt x="0" y="1459422"/>
                  <a:pt x="225371" y="770703"/>
                  <a:pt x="611338" y="199396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ru-RU" noProof="0"/>
              <a:t>Вставка рисунка</a:t>
            </a:r>
            <a:endParaRPr lang="ru-RU" noProof="0" dirty="0"/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2E646B4F-6CCB-724C-9D5E-6D5770023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4937211" cy="1325563"/>
          </a:xfrm>
        </p:spPr>
        <p:txBody>
          <a:bodyPr lIns="0" tIns="0" rIns="0" bIns="0" rtlCol="0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696208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4937211" cy="1325563"/>
          </a:xfrm>
        </p:spPr>
        <p:txBody>
          <a:bodyPr lIns="0" tIns="0" rIns="0" bIns="0" rtlCol="0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4914189" cy="4351338"/>
          </a:xfrm>
        </p:spPr>
        <p:txBody>
          <a:bodyPr lIns="0" tIns="0" rIns="0" bIns="0" rtlCol="0"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solidFill>
                <a:schemeClr val="bg1"/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15" name="Овал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D415693-E2CB-4DB4-B07C-2F96B0CAB302}"/>
              </a:ext>
            </a:extLst>
          </p:cNvPr>
          <p:cNvSpPr/>
          <p:nvPr userDrawn="1"/>
        </p:nvSpPr>
        <p:spPr>
          <a:xfrm>
            <a:off x="7854462" y="988536"/>
            <a:ext cx="4329129" cy="488092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14C1BF67-E354-4E04-8F94-BABF2B7D1AFB}"/>
              </a:ext>
            </a:extLst>
          </p:cNvPr>
          <p:cNvSpPr/>
          <p:nvPr userDrawn="1"/>
        </p:nvSpPr>
        <p:spPr>
          <a:xfrm>
            <a:off x="5107816" y="633613"/>
            <a:ext cx="5571908" cy="5571906"/>
          </a:xfrm>
          <a:prstGeom prst="ellipse">
            <a:avLst/>
          </a:prstGeom>
          <a:solidFill>
            <a:schemeClr val="bg2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8" name="Рисунок 5">
            <a:extLst>
              <a:ext uri="{FF2B5EF4-FFF2-40B4-BE49-F238E27FC236}">
                <a16:creationId xmlns:a16="http://schemas.microsoft.com/office/drawing/2014/main" id="{FF6AC390-6F85-4B64-AE7A-E8E0D8FC89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55212" y="988536"/>
            <a:ext cx="4884848" cy="4884848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96998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2E4E194-63F1-4D43-AC02-75733DF045E9}"/>
              </a:ext>
            </a:extLst>
          </p:cNvPr>
          <p:cNvSpPr/>
          <p:nvPr userDrawn="1"/>
        </p:nvSpPr>
        <p:spPr>
          <a:xfrm>
            <a:off x="8308181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E799E3E2-888B-2343-9A63-F84C03265CB5}"/>
              </a:ext>
            </a:extLst>
          </p:cNvPr>
          <p:cNvSpPr>
            <a:spLocks noChangeAspect="1"/>
          </p:cNvSpPr>
          <p:nvPr userDrawn="1"/>
        </p:nvSpPr>
        <p:spPr>
          <a:xfrm>
            <a:off x="9833702" y="1823757"/>
            <a:ext cx="832104" cy="832104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3" name="Рисунок 11">
            <a:extLst>
              <a:ext uri="{FF2B5EF4-FFF2-40B4-BE49-F238E27FC236}">
                <a16:creationId xmlns:a16="http://schemas.microsoft.com/office/drawing/2014/main" id="{8FEDE8EF-5B7A-A741-9A56-D365CAE01B6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998318" y="1988373"/>
            <a:ext cx="502873" cy="502873"/>
          </a:xfrm>
          <a:prstGeom prst="rect">
            <a:avLst/>
          </a:prstGeom>
          <a:noFill/>
        </p:spPr>
        <p:txBody>
          <a:bodyPr lIns="0" rIns="0" rtlCol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значок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755C1FB-E61C-4BBC-8179-D34908DEA1B6}"/>
              </a:ext>
            </a:extLst>
          </p:cNvPr>
          <p:cNvSpPr/>
          <p:nvPr userDrawn="1"/>
        </p:nvSpPr>
        <p:spPr>
          <a:xfrm>
            <a:off x="0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8C1E0992-271E-4948-9461-C7AA54AF8FEA}"/>
              </a:ext>
            </a:extLst>
          </p:cNvPr>
          <p:cNvSpPr>
            <a:spLocks noChangeAspect="1"/>
          </p:cNvSpPr>
          <p:nvPr userDrawn="1"/>
        </p:nvSpPr>
        <p:spPr>
          <a:xfrm>
            <a:off x="1526011" y="1823757"/>
            <a:ext cx="832104" cy="832104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126" y="3207024"/>
            <a:ext cx="3445566" cy="2504663"/>
          </a:xfrm>
        </p:spPr>
        <p:txBody>
          <a:bodyPr lIns="0" tIns="0" rIns="0" bIns="0" rtlCol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solidFill>
                <a:schemeClr val="bg1"/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15" name="Овал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35B71D50-AA4B-4E0C-8F6A-0F64F2C8A8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83819" y="1630018"/>
            <a:ext cx="4424362" cy="4373217"/>
          </a:xfrm>
          <a:solidFill>
            <a:schemeClr val="bg2">
              <a:lumMod val="90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17" name="Объект 2">
            <a:extLst>
              <a:ext uri="{FF2B5EF4-FFF2-40B4-BE49-F238E27FC236}">
                <a16:creationId xmlns:a16="http://schemas.microsoft.com/office/drawing/2014/main" id="{147C9C38-5B17-467D-B581-EF28ECB11E8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527490" y="3207024"/>
            <a:ext cx="3445200" cy="2504663"/>
          </a:xfrm>
        </p:spPr>
        <p:txBody>
          <a:bodyPr lIns="0" tIns="0" rIns="0" bIns="0" rtlCol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20" name="Объект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219126" y="2711636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8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21" name="Объект 2">
            <a:extLst>
              <a:ext uri="{FF2B5EF4-FFF2-40B4-BE49-F238E27FC236}">
                <a16:creationId xmlns:a16="http://schemas.microsoft.com/office/drawing/2014/main" id="{F694448B-800C-40EF-8F61-18C018E8374C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527124" y="2711636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8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483B974E-5202-4EAD-9D55-4129C84BAE8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690627" y="1988373"/>
            <a:ext cx="502873" cy="502873"/>
          </a:xfrm>
          <a:prstGeom prst="rect">
            <a:avLst/>
          </a:prstGeom>
          <a:noFill/>
        </p:spPr>
        <p:txBody>
          <a:bodyPr lIns="0" rIns="0" rtlCol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значок</a:t>
            </a:r>
          </a:p>
        </p:txBody>
      </p:sp>
    </p:spTree>
    <p:extLst>
      <p:ext uri="{BB962C8B-B14F-4D97-AF65-F5344CB8AC3E}">
        <p14:creationId xmlns:p14="http://schemas.microsoft.com/office/powerpoint/2010/main" val="1741033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 сравне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1B6EB0C6-606C-4AFB-8FF8-AB43606B95BD}"/>
              </a:ext>
            </a:extLst>
          </p:cNvPr>
          <p:cNvSpPr/>
          <p:nvPr userDrawn="1"/>
        </p:nvSpPr>
        <p:spPr>
          <a:xfrm>
            <a:off x="6599236" y="4707908"/>
            <a:ext cx="5592763" cy="10064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5CE6D5A-A5C0-4B12-A26A-691D5743FA5C}"/>
              </a:ext>
            </a:extLst>
          </p:cNvPr>
          <p:cNvSpPr/>
          <p:nvPr userDrawn="1"/>
        </p:nvSpPr>
        <p:spPr>
          <a:xfrm>
            <a:off x="-82063" y="1648186"/>
            <a:ext cx="5709139" cy="10064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934" y="2863158"/>
            <a:ext cx="4074002" cy="2846648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solidFill>
                <a:schemeClr val="accent2"/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15" name="Овал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0" name="Объект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309370" y="1903728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r">
              <a:buNone/>
              <a:defRPr sz="1800" b="1" cap="all" baseline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ru-RU" noProof="0"/>
              <a:t>Место для раздела 01</a:t>
            </a:r>
          </a:p>
        </p:txBody>
      </p:sp>
      <p:sp>
        <p:nvSpPr>
          <p:cNvPr id="23" name="Объект 2">
            <a:extLst>
              <a:ext uri="{FF2B5EF4-FFF2-40B4-BE49-F238E27FC236}">
                <a16:creationId xmlns:a16="http://schemas.microsoft.com/office/drawing/2014/main" id="{E5123CE7-2F8A-489B-BD99-0C2A33ADF49A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7327918" y="1648186"/>
            <a:ext cx="4074002" cy="2834508"/>
          </a:xfrm>
        </p:spPr>
        <p:txBody>
          <a:bodyPr lIns="0" tIns="0" rIns="0" bIns="0" rtlCol="0" anchor="b">
            <a:no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25" name="Объект 2">
            <a:extLst>
              <a:ext uri="{FF2B5EF4-FFF2-40B4-BE49-F238E27FC236}">
                <a16:creationId xmlns:a16="http://schemas.microsoft.com/office/drawing/2014/main" id="{07730BCF-AC2A-4FEC-8F01-63964DB444C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7475709" y="4963450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3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ru-RU" noProof="0"/>
              <a:t>Место для раздела 02</a:t>
            </a:r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919C8692-230B-D543-A7F7-4FD61B04D1C6}"/>
              </a:ext>
            </a:extLst>
          </p:cNvPr>
          <p:cNvSpPr>
            <a:spLocks noChangeAspect="1"/>
          </p:cNvSpPr>
          <p:nvPr userDrawn="1"/>
        </p:nvSpPr>
        <p:spPr>
          <a:xfrm>
            <a:off x="5084763" y="1652762"/>
            <a:ext cx="1001899" cy="1001899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4" name="Рисунок 11">
            <a:extLst>
              <a:ext uri="{FF2B5EF4-FFF2-40B4-BE49-F238E27FC236}">
                <a16:creationId xmlns:a16="http://schemas.microsoft.com/office/drawing/2014/main" id="{E150BFC7-A11D-CC46-B5A2-8BD93C26950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282969" y="1850968"/>
            <a:ext cx="605487" cy="605487"/>
          </a:xfrm>
          <a:prstGeom prst="rect">
            <a:avLst/>
          </a:prstGeom>
          <a:noFill/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значок</a:t>
            </a:r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F95B55F4-B501-3440-8904-A1C7F049CBE8}"/>
              </a:ext>
            </a:extLst>
          </p:cNvPr>
          <p:cNvSpPr>
            <a:spLocks noChangeAspect="1"/>
          </p:cNvSpPr>
          <p:nvPr userDrawn="1"/>
        </p:nvSpPr>
        <p:spPr>
          <a:xfrm>
            <a:off x="6100576" y="4707907"/>
            <a:ext cx="1001899" cy="100189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F2116994-BE3E-6A43-9C15-E71BA8EC821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298782" y="4906113"/>
            <a:ext cx="605487" cy="605487"/>
          </a:xfrm>
          <a:prstGeom prst="rect">
            <a:avLst/>
          </a:prstGeom>
          <a:noFill/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значок</a:t>
            </a:r>
          </a:p>
        </p:txBody>
      </p:sp>
    </p:spTree>
    <p:extLst>
      <p:ext uri="{BB962C8B-B14F-4D97-AF65-F5344CB8AC3E}">
        <p14:creationId xmlns:p14="http://schemas.microsoft.com/office/powerpoint/2010/main" val="891400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04B31150-A166-4DB3-A898-2154C9665891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12" name="Полилиния 5">
              <a:extLst>
                <a:ext uri="{FF2B5EF4-FFF2-40B4-BE49-F238E27FC236}">
                  <a16:creationId xmlns:a16="http://schemas.microsoft.com/office/drawing/2014/main" id="{1C1A95BC-42CA-4166-918D-DF43068814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noProof="0" dirty="0"/>
            </a:p>
          </p:txBody>
        </p:sp>
        <p:sp>
          <p:nvSpPr>
            <p:cNvPr id="13" name="Полилиния 6">
              <a:extLst>
                <a:ext uri="{FF2B5EF4-FFF2-40B4-BE49-F238E27FC236}">
                  <a16:creationId xmlns:a16="http://schemas.microsoft.com/office/drawing/2014/main" id="{4B4D5F91-2158-4A30-B83C-5CC9CC6E5D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noProof="0" dirty="0"/>
            </a:p>
          </p:txBody>
        </p:sp>
        <p:sp>
          <p:nvSpPr>
            <p:cNvPr id="14" name="Полилиния 7">
              <a:extLst>
                <a:ext uri="{FF2B5EF4-FFF2-40B4-BE49-F238E27FC236}">
                  <a16:creationId xmlns:a16="http://schemas.microsoft.com/office/drawing/2014/main" id="{C509E5D6-79CC-4E1D-AAF4-C6F28F3C1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noProof="0" dirty="0"/>
            </a:p>
          </p:txBody>
        </p:sp>
      </p:grpSp>
      <p:sp>
        <p:nvSpPr>
          <p:cNvPr id="6" name="Заголовок 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>
              <a:solidFill>
                <a:schemeClr val="bg1"/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0944B4-FE4A-459A-85B1-3476FE6C4C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9" name="Овал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564760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групп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431CD316-21C7-4FA9-A45A-374D6AE71ED5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36" name="Полилиния 5">
              <a:extLst>
                <a:ext uri="{FF2B5EF4-FFF2-40B4-BE49-F238E27FC236}">
                  <a16:creationId xmlns:a16="http://schemas.microsoft.com/office/drawing/2014/main" id="{E107D9FB-3967-4583-A9DA-6787AF712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noProof="0" dirty="0"/>
            </a:p>
          </p:txBody>
        </p:sp>
        <p:sp>
          <p:nvSpPr>
            <p:cNvPr id="37" name="Полилиния 6">
              <a:extLst>
                <a:ext uri="{FF2B5EF4-FFF2-40B4-BE49-F238E27FC236}">
                  <a16:creationId xmlns:a16="http://schemas.microsoft.com/office/drawing/2014/main" id="{138D5FEB-37FF-4F26-B625-CE2BE91FF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noProof="0" dirty="0"/>
            </a:p>
          </p:txBody>
        </p:sp>
        <p:sp>
          <p:nvSpPr>
            <p:cNvPr id="38" name="Полилиния 7">
              <a:extLst>
                <a:ext uri="{FF2B5EF4-FFF2-40B4-BE49-F238E27FC236}">
                  <a16:creationId xmlns:a16="http://schemas.microsoft.com/office/drawing/2014/main" id="{6C2B67E8-673C-422C-B021-296E2E2B95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noProof="0" dirty="0"/>
            </a:p>
          </p:txBody>
        </p:sp>
      </p:grpSp>
      <p:sp>
        <p:nvSpPr>
          <p:cNvPr id="23" name="Овал 22">
            <a:extLst>
              <a:ext uri="{FF2B5EF4-FFF2-40B4-BE49-F238E27FC236}">
                <a16:creationId xmlns:a16="http://schemas.microsoft.com/office/drawing/2014/main" id="{687010E4-ADF2-486D-8DF7-B0FF38C6DADF}"/>
              </a:ext>
            </a:extLst>
          </p:cNvPr>
          <p:cNvSpPr/>
          <p:nvPr userDrawn="1"/>
        </p:nvSpPr>
        <p:spPr>
          <a:xfrm>
            <a:off x="954140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9159AA79-2237-4A27-BBC2-D44032158D19}"/>
              </a:ext>
            </a:extLst>
          </p:cNvPr>
          <p:cNvSpPr/>
          <p:nvPr userDrawn="1"/>
        </p:nvSpPr>
        <p:spPr>
          <a:xfrm>
            <a:off x="3807539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0272B962-9566-42D2-B4C3-E7AA81884A83}"/>
              </a:ext>
            </a:extLst>
          </p:cNvPr>
          <p:cNvSpPr/>
          <p:nvPr userDrawn="1"/>
        </p:nvSpPr>
        <p:spPr>
          <a:xfrm>
            <a:off x="6646275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19733285-016C-4C38-816C-83D30C075C70}"/>
              </a:ext>
            </a:extLst>
          </p:cNvPr>
          <p:cNvSpPr/>
          <p:nvPr userDrawn="1"/>
        </p:nvSpPr>
        <p:spPr>
          <a:xfrm>
            <a:off x="9498658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0" name="Полилиния: Форма 19">
            <a:extLst>
              <a:ext uri="{FF2B5EF4-FFF2-40B4-BE49-F238E27FC236}">
                <a16:creationId xmlns:a16="http://schemas.microsoft.com/office/drawing/2014/main" id="{EF40DBA4-AB63-4B47-B37F-BCC3D59B5392}"/>
              </a:ext>
            </a:extLst>
          </p:cNvPr>
          <p:cNvSpPr/>
          <p:nvPr userDrawn="1"/>
        </p:nvSpPr>
        <p:spPr>
          <a:xfrm>
            <a:off x="4011967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1" name="Полилиния: Форма 20">
            <a:extLst>
              <a:ext uri="{FF2B5EF4-FFF2-40B4-BE49-F238E27FC236}">
                <a16:creationId xmlns:a16="http://schemas.microsoft.com/office/drawing/2014/main" id="{33EF0AFB-D099-4FF1-8963-7DA87268867F}"/>
              </a:ext>
            </a:extLst>
          </p:cNvPr>
          <p:cNvSpPr/>
          <p:nvPr userDrawn="1"/>
        </p:nvSpPr>
        <p:spPr>
          <a:xfrm>
            <a:off x="6850703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2" name="Полилиния: фигура 21">
            <a:extLst>
              <a:ext uri="{FF2B5EF4-FFF2-40B4-BE49-F238E27FC236}">
                <a16:creationId xmlns:a16="http://schemas.microsoft.com/office/drawing/2014/main" id="{6872C96E-9AF3-4FA0-8180-C213C7F2209E}"/>
              </a:ext>
            </a:extLst>
          </p:cNvPr>
          <p:cNvSpPr/>
          <p:nvPr userDrawn="1"/>
        </p:nvSpPr>
        <p:spPr>
          <a:xfrm>
            <a:off x="9703086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7" name="Полилиния: Фигура 16">
            <a:extLst>
              <a:ext uri="{FF2B5EF4-FFF2-40B4-BE49-F238E27FC236}">
                <a16:creationId xmlns:a16="http://schemas.microsoft.com/office/drawing/2014/main" id="{3A08BE29-CFA5-4E0D-9DBE-A430AE1B8072}"/>
              </a:ext>
            </a:extLst>
          </p:cNvPr>
          <p:cNvSpPr/>
          <p:nvPr userDrawn="1"/>
        </p:nvSpPr>
        <p:spPr>
          <a:xfrm>
            <a:off x="1158568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6" name="Заголовок 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>
              <a:solidFill>
                <a:schemeClr val="bg1"/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0944B4-FE4A-459A-85B1-3476FE6C4C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9" name="Овал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1B995BE-66C2-4379-885F-4BE069DA39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03638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ru-RU" noProof="0"/>
              <a:t>Вставка рисунка</a:t>
            </a:r>
            <a:endParaRPr lang="ru-RU" noProof="0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9B56B6C6-9F3C-4E80-BBAD-280E697B89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57037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ru-RU" noProof="0"/>
              <a:t>Вставка рисунка</a:t>
            </a:r>
            <a:endParaRPr lang="ru-RU" noProof="0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54704160-1ED7-4B90-8963-0F887C73E9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95773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ru-RU" noProof="0"/>
              <a:t>Вставка рисунка</a:t>
            </a:r>
            <a:endParaRPr lang="ru-RU" noProof="0" dirty="0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36610597-6A76-4A06-82A5-A8FFC5BAEA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648156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ru-RU" noProof="0"/>
              <a:t>Вставка рисунка</a:t>
            </a:r>
            <a:endParaRPr lang="ru-RU" noProof="0" dirty="0"/>
          </a:p>
        </p:txBody>
      </p:sp>
      <p:sp>
        <p:nvSpPr>
          <p:cNvPr id="27" name="Объект 2">
            <a:extLst>
              <a:ext uri="{FF2B5EF4-FFF2-40B4-BE49-F238E27FC236}">
                <a16:creationId xmlns:a16="http://schemas.microsoft.com/office/drawing/2014/main" id="{FF56D2E5-86E4-473A-A62F-B7029E5B2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454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28" name="Объект 2">
            <a:extLst>
              <a:ext uri="{FF2B5EF4-FFF2-40B4-BE49-F238E27FC236}">
                <a16:creationId xmlns:a16="http://schemas.microsoft.com/office/drawing/2014/main" id="{93934E34-6CC7-492D-9515-EBEC72EFF4C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524454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ru-RU" noProof="0" dirty="0"/>
              <a:t>Исполнительный блок 01</a:t>
            </a:r>
          </a:p>
        </p:txBody>
      </p:sp>
      <p:sp>
        <p:nvSpPr>
          <p:cNvPr id="29" name="Объект 2">
            <a:extLst>
              <a:ext uri="{FF2B5EF4-FFF2-40B4-BE49-F238E27FC236}">
                <a16:creationId xmlns:a16="http://schemas.microsoft.com/office/drawing/2014/main" id="{E4E27467-A1AA-4773-AAB5-A96267FBD71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77853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30" name="Объект 2">
            <a:extLst>
              <a:ext uri="{FF2B5EF4-FFF2-40B4-BE49-F238E27FC236}">
                <a16:creationId xmlns:a16="http://schemas.microsoft.com/office/drawing/2014/main" id="{6CABD5EB-4A8B-448B-8ED1-B8B420815B2D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377853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ru-RU" noProof="0" dirty="0"/>
              <a:t>Исполнительный блок 01</a:t>
            </a:r>
          </a:p>
        </p:txBody>
      </p:sp>
      <p:sp>
        <p:nvSpPr>
          <p:cNvPr id="31" name="Объект 2">
            <a:extLst>
              <a:ext uri="{FF2B5EF4-FFF2-40B4-BE49-F238E27FC236}">
                <a16:creationId xmlns:a16="http://schemas.microsoft.com/office/drawing/2014/main" id="{0D86883C-E501-47FF-AE1A-E9CE8B71B421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216589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32" name="Объект 2">
            <a:extLst>
              <a:ext uri="{FF2B5EF4-FFF2-40B4-BE49-F238E27FC236}">
                <a16:creationId xmlns:a16="http://schemas.microsoft.com/office/drawing/2014/main" id="{3683A037-F698-4CC9-904D-F377D71F690F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216589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ru-RU" noProof="0" dirty="0"/>
              <a:t>Исполнительный блок 01</a:t>
            </a:r>
          </a:p>
        </p:txBody>
      </p:sp>
      <p:sp>
        <p:nvSpPr>
          <p:cNvPr id="33" name="Объект 2">
            <a:extLst>
              <a:ext uri="{FF2B5EF4-FFF2-40B4-BE49-F238E27FC236}">
                <a16:creationId xmlns:a16="http://schemas.microsoft.com/office/drawing/2014/main" id="{0A095594-2B82-44ED-8C9B-DA7C4D3D2872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9068972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34" name="Объект 2">
            <a:extLst>
              <a:ext uri="{FF2B5EF4-FFF2-40B4-BE49-F238E27FC236}">
                <a16:creationId xmlns:a16="http://schemas.microsoft.com/office/drawing/2014/main" id="{54CDD46A-22ED-48F5-9B5F-13B1B5C4B320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9068972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ru-RU" noProof="0" dirty="0"/>
              <a:t>Исполнительный блок 01</a:t>
            </a:r>
          </a:p>
        </p:txBody>
      </p:sp>
    </p:spTree>
    <p:extLst>
      <p:ext uri="{BB962C8B-B14F-4D97-AF65-F5344CB8AC3E}">
        <p14:creationId xmlns:p14="http://schemas.microsoft.com/office/powerpoint/2010/main" val="3876503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асибо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02130" y="4484691"/>
            <a:ext cx="454044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 dirty="0"/>
              <a:t>адрес электронной почты</a:t>
            </a:r>
          </a:p>
        </p:txBody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ru-RU" noProof="0"/>
              <a:t>Вставка рисунка</a:t>
            </a:r>
            <a:endParaRPr lang="ru-RU" noProof="0" dirty="0"/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Полилиния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noProof="0" dirty="0"/>
            </a:p>
          </p:txBody>
        </p:sp>
        <p:sp>
          <p:nvSpPr>
            <p:cNvPr id="16" name="Полилиния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noProof="0" dirty="0"/>
            </a:p>
          </p:txBody>
        </p:sp>
      </p:grp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2999" y="1844881"/>
            <a:ext cx="1745251" cy="673365"/>
          </a:xfrm>
          <a:prstGeom prst="rect">
            <a:avLst/>
          </a:prstGeom>
        </p:spPr>
      </p:pic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Текст 6">
            <a:extLst>
              <a:ext uri="{FF2B5EF4-FFF2-40B4-BE49-F238E27FC236}">
                <a16:creationId xmlns:a16="http://schemas.microsoft.com/office/drawing/2014/main" id="{4E0FBE0E-A6B0-483E-93DD-5C20DA069D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2320" y="5012635"/>
            <a:ext cx="4533900" cy="503238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600" b="0" cap="all" baseline="0" dirty="0" smtClean="0"/>
            </a:lvl1pPr>
          </a:lstStyle>
          <a:p>
            <a:pPr marL="228600" lvl="0" indent="-228600" rtl="0"/>
            <a:r>
              <a:rPr lang="ru-RU" noProof="0" dirty="0"/>
              <a:t>Место для URL-адреса веб-сайта</a:t>
            </a:r>
          </a:p>
        </p:txBody>
      </p:sp>
      <p:pic>
        <p:nvPicPr>
          <p:cNvPr id="17" name="Графический объект 16" descr="Конверт">
            <a:extLst>
              <a:ext uri="{FF2B5EF4-FFF2-40B4-BE49-F238E27FC236}">
                <a16:creationId xmlns:a16="http://schemas.microsoft.com/office/drawing/2014/main" id="{E5B30B87-6C2E-48F1-9026-E4F6BEA1CFE7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1475" y="4452337"/>
            <a:ext cx="387795" cy="387795"/>
          </a:xfrm>
          <a:prstGeom prst="rect">
            <a:avLst/>
          </a:prstGeom>
        </p:spPr>
      </p:pic>
      <p:pic>
        <p:nvPicPr>
          <p:cNvPr id="18" name="Графический объект 17" descr="Сеть">
            <a:extLst>
              <a:ext uri="{FF2B5EF4-FFF2-40B4-BE49-F238E27FC236}">
                <a16:creationId xmlns:a16="http://schemas.microsoft.com/office/drawing/2014/main" id="{2DA3CFE0-4ED8-4345-A158-94E70F463E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2084" y="4925640"/>
            <a:ext cx="426575" cy="42657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E9908F-CF81-43F9-880A-401D0C0FB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9778" y="3429000"/>
            <a:ext cx="5011410" cy="651448"/>
          </a:xfrm>
          <a:noFill/>
        </p:spPr>
        <p:txBody>
          <a:bodyPr wrap="square" rtlCol="0">
            <a:noAutofit/>
          </a:bodyPr>
          <a:lstStyle>
            <a:lvl1pPr>
              <a:defRPr lang="en-US" sz="6000" b="1" cap="all" baseline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 rtl="0"/>
            <a:r>
              <a:rPr lang="ru-RU" noProof="0"/>
              <a:t>Образец заголовка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637136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ru-RU" noProof="0"/>
              <a:t>Вставка рисунка</a:t>
            </a:r>
            <a:endParaRPr lang="ru-RU" noProof="0" dirty="0"/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1">
              <a:alpha val="16000"/>
            </a:schemeClr>
          </a:solidFill>
        </p:grpSpPr>
        <p:sp>
          <p:nvSpPr>
            <p:cNvPr id="15" name="Полилиния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noProof="0" dirty="0"/>
            </a:p>
          </p:txBody>
        </p:sp>
        <p:sp>
          <p:nvSpPr>
            <p:cNvPr id="16" name="Полилиния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noProof="0" dirty="0"/>
            </a:p>
          </p:txBody>
        </p:sp>
      </p:grp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5850" y="391862"/>
            <a:ext cx="1745251" cy="673365"/>
          </a:xfrm>
          <a:prstGeom prst="rect">
            <a:avLst/>
          </a:prstGeom>
        </p:spPr>
      </p:pic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77C312F4-62C2-4903-8C4B-423A8717E481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Графический объект 18" descr="Конверт">
            <a:extLst>
              <a:ext uri="{FF2B5EF4-FFF2-40B4-BE49-F238E27FC236}">
                <a16:creationId xmlns:a16="http://schemas.microsoft.com/office/drawing/2014/main" id="{A686352B-226C-4579-B831-0DC14EC3895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41475" y="4452337"/>
            <a:ext cx="387795" cy="387795"/>
          </a:xfrm>
          <a:prstGeom prst="rect">
            <a:avLst/>
          </a:prstGeom>
        </p:spPr>
      </p:pic>
      <p:pic>
        <p:nvPicPr>
          <p:cNvPr id="20" name="Графический объект 19" descr="Сеть">
            <a:extLst>
              <a:ext uri="{FF2B5EF4-FFF2-40B4-BE49-F238E27FC236}">
                <a16:creationId xmlns:a16="http://schemas.microsoft.com/office/drawing/2014/main" id="{460C8169-012B-451A-A6C2-6FEC0DC82AF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2084" y="4925640"/>
            <a:ext cx="426575" cy="426575"/>
          </a:xfrm>
          <a:prstGeom prst="rect">
            <a:avLst/>
          </a:prstGeom>
        </p:spPr>
      </p:pic>
      <p:sp>
        <p:nvSpPr>
          <p:cNvPr id="21" name="Подзаголовок 2">
            <a:extLst>
              <a:ext uri="{FF2B5EF4-FFF2-40B4-BE49-F238E27FC236}">
                <a16:creationId xmlns:a16="http://schemas.microsoft.com/office/drawing/2014/main" id="{ADF17BC1-06CE-42EA-A970-31A7ED871AA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02130" y="4484691"/>
            <a:ext cx="454044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6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 dirty="0"/>
              <a:t>адрес электронной почты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7035F1B3-4E91-44FF-B4E7-E5D87C7A03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2320" y="5012635"/>
            <a:ext cx="4533900" cy="503238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600" b="0" cap="all" baseline="0" dirty="0" smtClean="0">
                <a:solidFill>
                  <a:schemeClr val="bg1"/>
                </a:solidFill>
              </a:defRPr>
            </a:lvl1pPr>
          </a:lstStyle>
          <a:p>
            <a:pPr marL="228600" lvl="0" indent="-228600" rtl="0"/>
            <a:r>
              <a:rPr lang="ru-RU" noProof="0" dirty="0"/>
              <a:t>Место для URL-адреса веб-сайта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525B5135-F466-4A63-A42C-3BB2BAA7D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9778" y="3158641"/>
            <a:ext cx="5011410" cy="921807"/>
          </a:xfrm>
          <a:noFill/>
        </p:spPr>
        <p:txBody>
          <a:bodyPr wrap="square" rtlCol="0">
            <a:noAutofit/>
          </a:bodyPr>
          <a:lstStyle>
            <a:lvl1pPr>
              <a:defRPr lang="en-US" sz="6000" b="1" cap="all" baseline="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rtl="0"/>
            <a:r>
              <a:rPr lang="ru-RU" noProof="0"/>
              <a:t>Образец заголовка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810107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1F54E98B-AC75-484D-9121-68498EB888AA}"/>
              </a:ext>
            </a:extLst>
          </p:cNvPr>
          <p:cNvSpPr/>
          <p:nvPr userDrawn="1"/>
        </p:nvSpPr>
        <p:spPr>
          <a:xfrm>
            <a:off x="754010" y="708293"/>
            <a:ext cx="5334029" cy="5334029"/>
          </a:xfrm>
          <a:prstGeom prst="ellipse">
            <a:avLst/>
          </a:prstGeom>
          <a:solidFill>
            <a:schemeClr val="bg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rtlCol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 noProof="0" dirty="0"/>
              <a:t>Место для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  <a:endParaRPr lang="ru-RU" noProof="0" dirty="0"/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1">
              <a:alpha val="16000"/>
            </a:schemeClr>
          </a:solidFill>
        </p:grpSpPr>
        <p:sp>
          <p:nvSpPr>
            <p:cNvPr id="15" name="Полилиния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noProof="0" dirty="0"/>
            </a:p>
          </p:txBody>
        </p:sp>
        <p:sp>
          <p:nvSpPr>
            <p:cNvPr id="16" name="Полилиния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noProof="0" dirty="0"/>
            </a:p>
          </p:txBody>
        </p:sp>
      </p:grp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5850" y="391862"/>
            <a:ext cx="1745251" cy="673365"/>
          </a:xfrm>
          <a:prstGeom prst="rect">
            <a:avLst/>
          </a:prstGeom>
        </p:spPr>
      </p:pic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9057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 9">
            <a:extLst>
              <a:ext uri="{FF2B5EF4-FFF2-40B4-BE49-F238E27FC236}">
                <a16:creationId xmlns:a16="http://schemas.microsoft.com/office/drawing/2014/main" id="{F9087E09-D75F-4E26-B01E-A1A09BA2EA7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7A70B7-7ADE-4E0B-B956-363B0B1A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2563"/>
            <a:ext cx="10515600" cy="940181"/>
          </a:xfrm>
        </p:spPr>
        <p:txBody>
          <a:bodyPr rtlCol="0" anchor="b">
            <a:noAutofit/>
          </a:bodyPr>
          <a:lstStyle>
            <a:lvl1pPr algn="ctr">
              <a:defRPr sz="4000" b="1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5FC40B0-ED27-47E5-A3C2-32A8418567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638" y="6260507"/>
            <a:ext cx="1075427" cy="414929"/>
          </a:xfrm>
          <a:prstGeom prst="rect">
            <a:avLst/>
          </a:prstGeom>
        </p:spPr>
      </p:pic>
      <p:sp>
        <p:nvSpPr>
          <p:cNvPr id="11" name="Овал 10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rgbClr val="2C567A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D5251EA-F450-4DD1-995B-DC89513424C8}"/>
              </a:ext>
            </a:extLst>
          </p:cNvPr>
          <p:cNvGrpSpPr/>
          <p:nvPr userDrawn="1"/>
        </p:nvGrpSpPr>
        <p:grpSpPr>
          <a:xfrm rot="16200000">
            <a:off x="1637386" y="1473117"/>
            <a:ext cx="8917229" cy="10769768"/>
            <a:chOff x="-1728305" y="-2049517"/>
            <a:chExt cx="8917229" cy="10769768"/>
          </a:xfrm>
        </p:grpSpPr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44882F4E-E8C8-46FE-A9C8-7B79782767F6}"/>
                </a:ext>
              </a:extLst>
            </p:cNvPr>
            <p:cNvSpPr/>
            <p:nvPr userDrawn="1"/>
          </p:nvSpPr>
          <p:spPr>
            <a:xfrm>
              <a:off x="754010" y="708293"/>
              <a:ext cx="5334029" cy="5334029"/>
            </a:xfrm>
            <a:prstGeom prst="ellipse">
              <a:avLst/>
            </a:prstGeom>
            <a:solidFill>
              <a:schemeClr val="bg1"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grpSp>
          <p:nvGrpSpPr>
            <p:cNvPr id="18" name="Группа 17">
              <a:extLst>
                <a:ext uri="{FF2B5EF4-FFF2-40B4-BE49-F238E27FC236}">
                  <a16:creationId xmlns:a16="http://schemas.microsoft.com/office/drawing/2014/main" id="{965CD13B-04FB-40D5-AF62-2F43CF49BA9B}"/>
                </a:ext>
              </a:extLst>
            </p:cNvPr>
            <p:cNvGrpSpPr/>
            <p:nvPr userDrawn="1"/>
          </p:nvGrpSpPr>
          <p:grpSpPr>
            <a:xfrm>
              <a:off x="-1728305" y="-2049517"/>
              <a:ext cx="8917229" cy="10769768"/>
              <a:chOff x="11114088" y="2241550"/>
              <a:chExt cx="1905000" cy="2354263"/>
            </a:xfrm>
            <a:solidFill>
              <a:schemeClr val="bg1">
                <a:alpha val="16000"/>
              </a:schemeClr>
            </a:solidFill>
          </p:grpSpPr>
          <p:sp>
            <p:nvSpPr>
              <p:cNvPr id="19" name="Полилиния 5">
                <a:extLst>
                  <a:ext uri="{FF2B5EF4-FFF2-40B4-BE49-F238E27FC236}">
                    <a16:creationId xmlns:a16="http://schemas.microsoft.com/office/drawing/2014/main" id="{01876F8F-C11E-4FB2-8150-1F0602752F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14088" y="2241550"/>
                <a:ext cx="1905000" cy="2354263"/>
              </a:xfrm>
              <a:custGeom>
                <a:avLst/>
                <a:gdLst>
                  <a:gd name="T0" fmla="*/ 0 w 447"/>
                  <a:gd name="T1" fmla="*/ 264 h 553"/>
                  <a:gd name="T2" fmla="*/ 141 w 447"/>
                  <a:gd name="T3" fmla="*/ 48 h 553"/>
                  <a:gd name="T4" fmla="*/ 414 w 447"/>
                  <a:gd name="T5" fmla="*/ 67 h 553"/>
                  <a:gd name="T6" fmla="*/ 438 w 447"/>
                  <a:gd name="T7" fmla="*/ 98 h 553"/>
                  <a:gd name="T8" fmla="*/ 391 w 447"/>
                  <a:gd name="T9" fmla="*/ 111 h 553"/>
                  <a:gd name="T10" fmla="*/ 94 w 447"/>
                  <a:gd name="T11" fmla="*/ 149 h 553"/>
                  <a:gd name="T12" fmla="*/ 107 w 447"/>
                  <a:gd name="T13" fmla="*/ 424 h 553"/>
                  <a:gd name="T14" fmla="*/ 383 w 447"/>
                  <a:gd name="T15" fmla="*/ 453 h 553"/>
                  <a:gd name="T16" fmla="*/ 393 w 447"/>
                  <a:gd name="T17" fmla="*/ 446 h 553"/>
                  <a:gd name="T18" fmla="*/ 433 w 447"/>
                  <a:gd name="T19" fmla="*/ 449 h 553"/>
                  <a:gd name="T20" fmla="*/ 421 w 447"/>
                  <a:gd name="T21" fmla="*/ 485 h 553"/>
                  <a:gd name="T22" fmla="*/ 194 w 447"/>
                  <a:gd name="T23" fmla="*/ 531 h 553"/>
                  <a:gd name="T24" fmla="*/ 0 w 447"/>
                  <a:gd name="T25" fmla="*/ 264 h 5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7" h="553">
                    <a:moveTo>
                      <a:pt x="0" y="264"/>
                    </a:moveTo>
                    <a:cubicBezTo>
                      <a:pt x="5" y="176"/>
                      <a:pt x="49" y="96"/>
                      <a:pt x="141" y="48"/>
                    </a:cubicBezTo>
                    <a:cubicBezTo>
                      <a:pt x="235" y="0"/>
                      <a:pt x="327" y="9"/>
                      <a:pt x="414" y="67"/>
                    </a:cubicBezTo>
                    <a:cubicBezTo>
                      <a:pt x="425" y="75"/>
                      <a:pt x="439" y="82"/>
                      <a:pt x="438" y="98"/>
                    </a:cubicBezTo>
                    <a:cubicBezTo>
                      <a:pt x="437" y="120"/>
                      <a:pt x="413" y="127"/>
                      <a:pt x="391" y="111"/>
                    </a:cubicBezTo>
                    <a:cubicBezTo>
                      <a:pt x="294" y="40"/>
                      <a:pt x="166" y="56"/>
                      <a:pt x="94" y="149"/>
                    </a:cubicBezTo>
                    <a:cubicBezTo>
                      <a:pt x="30" y="231"/>
                      <a:pt x="36" y="349"/>
                      <a:pt x="107" y="424"/>
                    </a:cubicBezTo>
                    <a:cubicBezTo>
                      <a:pt x="180" y="502"/>
                      <a:pt x="296" y="514"/>
                      <a:pt x="383" y="453"/>
                    </a:cubicBezTo>
                    <a:cubicBezTo>
                      <a:pt x="386" y="451"/>
                      <a:pt x="390" y="449"/>
                      <a:pt x="393" y="446"/>
                    </a:cubicBezTo>
                    <a:cubicBezTo>
                      <a:pt x="407" y="433"/>
                      <a:pt x="420" y="433"/>
                      <a:pt x="433" y="449"/>
                    </a:cubicBezTo>
                    <a:cubicBezTo>
                      <a:pt x="447" y="467"/>
                      <a:pt x="433" y="477"/>
                      <a:pt x="421" y="485"/>
                    </a:cubicBezTo>
                    <a:cubicBezTo>
                      <a:pt x="353" y="537"/>
                      <a:pt x="277" y="553"/>
                      <a:pt x="194" y="531"/>
                    </a:cubicBezTo>
                    <a:cubicBezTo>
                      <a:pt x="79" y="501"/>
                      <a:pt x="1" y="397"/>
                      <a:pt x="0" y="2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ru-RU" noProof="0" dirty="0"/>
              </a:p>
            </p:txBody>
          </p:sp>
          <p:sp>
            <p:nvSpPr>
              <p:cNvPr id="20" name="Полилиния 6">
                <a:extLst>
                  <a:ext uri="{FF2B5EF4-FFF2-40B4-BE49-F238E27FC236}">
                    <a16:creationId xmlns:a16="http://schemas.microsoft.com/office/drawing/2014/main" id="{08A1D05F-5F61-4156-8C83-1A002AA1E8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12538" y="2590800"/>
                <a:ext cx="835025" cy="1673225"/>
              </a:xfrm>
              <a:custGeom>
                <a:avLst/>
                <a:gdLst>
                  <a:gd name="T0" fmla="*/ 0 w 196"/>
                  <a:gd name="T1" fmla="*/ 198 h 393"/>
                  <a:gd name="T2" fmla="*/ 157 w 196"/>
                  <a:gd name="T3" fmla="*/ 8 h 393"/>
                  <a:gd name="T4" fmla="*/ 192 w 196"/>
                  <a:gd name="T5" fmla="*/ 22 h 393"/>
                  <a:gd name="T6" fmla="*/ 167 w 196"/>
                  <a:gd name="T7" fmla="*/ 56 h 393"/>
                  <a:gd name="T8" fmla="*/ 48 w 196"/>
                  <a:gd name="T9" fmla="*/ 198 h 393"/>
                  <a:gd name="T10" fmla="*/ 170 w 196"/>
                  <a:gd name="T11" fmla="*/ 339 h 393"/>
                  <a:gd name="T12" fmla="*/ 193 w 196"/>
                  <a:gd name="T13" fmla="*/ 372 h 393"/>
                  <a:gd name="T14" fmla="*/ 160 w 196"/>
                  <a:gd name="T15" fmla="*/ 387 h 393"/>
                  <a:gd name="T16" fmla="*/ 0 w 196"/>
                  <a:gd name="T17" fmla="*/ 198 h 3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6" h="393">
                    <a:moveTo>
                      <a:pt x="0" y="198"/>
                    </a:moveTo>
                    <a:cubicBezTo>
                      <a:pt x="0" y="103"/>
                      <a:pt x="64" y="26"/>
                      <a:pt x="157" y="8"/>
                    </a:cubicBezTo>
                    <a:cubicBezTo>
                      <a:pt x="171" y="6"/>
                      <a:pt x="188" y="0"/>
                      <a:pt x="192" y="22"/>
                    </a:cubicBezTo>
                    <a:cubicBezTo>
                      <a:pt x="196" y="41"/>
                      <a:pt x="190" y="52"/>
                      <a:pt x="167" y="56"/>
                    </a:cubicBezTo>
                    <a:cubicBezTo>
                      <a:pt x="95" y="70"/>
                      <a:pt x="47" y="129"/>
                      <a:pt x="48" y="198"/>
                    </a:cubicBezTo>
                    <a:cubicBezTo>
                      <a:pt x="48" y="267"/>
                      <a:pt x="97" y="325"/>
                      <a:pt x="170" y="339"/>
                    </a:cubicBezTo>
                    <a:cubicBezTo>
                      <a:pt x="191" y="343"/>
                      <a:pt x="195" y="354"/>
                      <a:pt x="193" y="372"/>
                    </a:cubicBezTo>
                    <a:cubicBezTo>
                      <a:pt x="190" y="393"/>
                      <a:pt x="174" y="389"/>
                      <a:pt x="160" y="387"/>
                    </a:cubicBezTo>
                    <a:cubicBezTo>
                      <a:pt x="70" y="375"/>
                      <a:pt x="0" y="293"/>
                      <a:pt x="0" y="19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ru-RU" noProof="0" dirty="0"/>
              </a:p>
            </p:txBody>
          </p:sp>
        </p:grpSp>
      </p:grpSp>
      <p:sp>
        <p:nvSpPr>
          <p:cNvPr id="21" name="Текст 2">
            <a:extLst>
              <a:ext uri="{FF2B5EF4-FFF2-40B4-BE49-F238E27FC236}">
                <a16:creationId xmlns:a16="http://schemas.microsoft.com/office/drawing/2014/main" id="{4D77C47B-CC1E-41DA-9146-5DFD63065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153348"/>
            <a:ext cx="10515600" cy="648543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26544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60E0B501-22AA-4685-BE9B-A267F6F675A7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4" name="Полилиния 5">
              <a:extLst>
                <a:ext uri="{FF2B5EF4-FFF2-40B4-BE49-F238E27FC236}">
                  <a16:creationId xmlns:a16="http://schemas.microsoft.com/office/drawing/2014/main" id="{5D0E179E-CA3D-4874-9ACD-F8990F48F4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 noProof="0" dirty="0"/>
            </a:p>
          </p:txBody>
        </p:sp>
        <p:sp>
          <p:nvSpPr>
            <p:cNvPr id="25" name="Полилиния 6">
              <a:extLst>
                <a:ext uri="{FF2B5EF4-FFF2-40B4-BE49-F238E27FC236}">
                  <a16:creationId xmlns:a16="http://schemas.microsoft.com/office/drawing/2014/main" id="{A9C53936-B93A-4CF6-8766-2FA93ACFE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 noProof="0" dirty="0"/>
            </a:p>
          </p:txBody>
        </p:sp>
        <p:sp>
          <p:nvSpPr>
            <p:cNvPr id="26" name="Полилиния 7">
              <a:extLst>
                <a:ext uri="{FF2B5EF4-FFF2-40B4-BE49-F238E27FC236}">
                  <a16:creationId xmlns:a16="http://schemas.microsoft.com/office/drawing/2014/main" id="{5776DEA2-5422-4F51-B359-652B71274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 noProof="0" dirty="0"/>
            </a:p>
          </p:txBody>
        </p:sp>
      </p:grp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7" name="Объект 2">
            <a:extLst>
              <a:ext uri="{FF2B5EF4-FFF2-40B4-BE49-F238E27FC236}">
                <a16:creationId xmlns:a16="http://schemas.microsoft.com/office/drawing/2014/main" id="{1A1F33A2-66F7-4D85-99DD-7B00F265A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1825625"/>
            <a:ext cx="10837862" cy="4351338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C2DFD46-BF74-47BA-A496-92ED1979C3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13" name="Заголовок 1">
            <a:extLst>
              <a:ext uri="{FF2B5EF4-FFF2-40B4-BE49-F238E27FC236}">
                <a16:creationId xmlns:a16="http://schemas.microsoft.com/office/drawing/2014/main" id="{EF788279-D710-447A-9E71-4D1344575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ru-RU" noProof="0"/>
              <a:t>Образец заголовка</a:t>
            </a:r>
            <a:endParaRPr lang="ru" noProof="0"/>
          </a:p>
        </p:txBody>
      </p:sp>
    </p:spTree>
    <p:extLst>
      <p:ext uri="{BB962C8B-B14F-4D97-AF65-F5344CB8AC3E}">
        <p14:creationId xmlns:p14="http://schemas.microsoft.com/office/powerpoint/2010/main" val="37897589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C2A6B906-ACDA-40FD-8AC8-0B693AB12796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19" name="Полилиния 5">
              <a:extLst>
                <a:ext uri="{FF2B5EF4-FFF2-40B4-BE49-F238E27FC236}">
                  <a16:creationId xmlns:a16="http://schemas.microsoft.com/office/drawing/2014/main" id="{717F7366-5A99-4065-90C2-AE7DF5DD0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noProof="0" dirty="0"/>
            </a:p>
          </p:txBody>
        </p:sp>
        <p:sp>
          <p:nvSpPr>
            <p:cNvPr id="20" name="Полилиния 6">
              <a:extLst>
                <a:ext uri="{FF2B5EF4-FFF2-40B4-BE49-F238E27FC236}">
                  <a16:creationId xmlns:a16="http://schemas.microsoft.com/office/drawing/2014/main" id="{90A089CA-63B9-4456-B0B1-17C75EBFB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noProof="0" dirty="0"/>
            </a:p>
          </p:txBody>
        </p:sp>
        <p:sp>
          <p:nvSpPr>
            <p:cNvPr id="22" name="Полилиния 7">
              <a:extLst>
                <a:ext uri="{FF2B5EF4-FFF2-40B4-BE49-F238E27FC236}">
                  <a16:creationId xmlns:a16="http://schemas.microsoft.com/office/drawing/2014/main" id="{8D36B2D1-BCFE-43FC-8743-7B7A30E1A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noProof="0" dirty="0"/>
            </a:p>
          </p:txBody>
        </p:sp>
      </p:grp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>
              <a:solidFill>
                <a:schemeClr val="bg1"/>
              </a:solidFill>
            </a:endParaRP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14" name="Объект 2">
            <a:extLst>
              <a:ext uri="{FF2B5EF4-FFF2-40B4-BE49-F238E27FC236}">
                <a16:creationId xmlns:a16="http://schemas.microsoft.com/office/drawing/2014/main" id="{079DA8F4-EDD3-4D62-A90B-8C3C1AFB0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8" y="1825625"/>
            <a:ext cx="5503862" cy="4351338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17" name="Объект 3">
            <a:extLst>
              <a:ext uri="{FF2B5EF4-FFF2-40B4-BE49-F238E27FC236}">
                <a16:creationId xmlns:a16="http://schemas.microsoft.com/office/drawing/2014/main" id="{DA0DA994-B4A9-447A-BEBF-3EA31D375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32150F9-14BF-4DCB-884D-49596914C2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21" name="Заголовок 1">
            <a:extLst>
              <a:ext uri="{FF2B5EF4-FFF2-40B4-BE49-F238E27FC236}">
                <a16:creationId xmlns:a16="http://schemas.microsoft.com/office/drawing/2014/main" id="{19DEF115-82C2-4E9D-A22C-8DA561FB3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0929342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616F52B4-215E-4237-893C-E22B23804744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2" name="Полилиния 5">
              <a:extLst>
                <a:ext uri="{FF2B5EF4-FFF2-40B4-BE49-F238E27FC236}">
                  <a16:creationId xmlns:a16="http://schemas.microsoft.com/office/drawing/2014/main" id="{B7C40C77-B795-4B07-B92D-2E8A566357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noProof="0" dirty="0"/>
            </a:p>
          </p:txBody>
        </p:sp>
        <p:sp>
          <p:nvSpPr>
            <p:cNvPr id="23" name="Полилиния 6">
              <a:extLst>
                <a:ext uri="{FF2B5EF4-FFF2-40B4-BE49-F238E27FC236}">
                  <a16:creationId xmlns:a16="http://schemas.microsoft.com/office/drawing/2014/main" id="{6E703A1E-5F10-4BB5-9D52-77CB6F599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noProof="0" dirty="0"/>
            </a:p>
          </p:txBody>
        </p:sp>
        <p:sp>
          <p:nvSpPr>
            <p:cNvPr id="24" name="Полилиния 7">
              <a:extLst>
                <a:ext uri="{FF2B5EF4-FFF2-40B4-BE49-F238E27FC236}">
                  <a16:creationId xmlns:a16="http://schemas.microsoft.com/office/drawing/2014/main" id="{22CEE04C-09CE-41CF-937D-EC2D3C23E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noProof="0" dirty="0"/>
            </a:p>
          </p:txBody>
        </p:sp>
      </p:grp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>
              <a:solidFill>
                <a:schemeClr val="bg1"/>
              </a:solidFill>
            </a:endParaRP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14" name="Текст 2">
            <a:extLst>
              <a:ext uri="{FF2B5EF4-FFF2-40B4-BE49-F238E27FC236}">
                <a16:creationId xmlns:a16="http://schemas.microsoft.com/office/drawing/2014/main" id="{774CF4BA-8DCB-42CF-A2C4-D6AF95EE3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7" name="Объект 3">
            <a:extLst>
              <a:ext uri="{FF2B5EF4-FFF2-40B4-BE49-F238E27FC236}">
                <a16:creationId xmlns:a16="http://schemas.microsoft.com/office/drawing/2014/main" id="{67BA8B6E-A28D-4658-8C91-6CA7BD539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5938" y="2505075"/>
            <a:ext cx="5157787" cy="3684588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18" name="Текст 4">
            <a:extLst>
              <a:ext uri="{FF2B5EF4-FFF2-40B4-BE49-F238E27FC236}">
                <a16:creationId xmlns:a16="http://schemas.microsoft.com/office/drawing/2014/main" id="{F73B3215-82DB-4DBF-9E77-3AE2308C6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9" name="Объект 5">
            <a:extLst>
              <a:ext uri="{FF2B5EF4-FFF2-40B4-BE49-F238E27FC236}">
                <a16:creationId xmlns:a16="http://schemas.microsoft.com/office/drawing/2014/main" id="{8DFD34E8-36CC-4FFE-926B-C170208FE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3383C6B-3BE4-4380-AF26-1C21492FCE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25" name="Заголовок 1">
            <a:extLst>
              <a:ext uri="{FF2B5EF4-FFF2-40B4-BE49-F238E27FC236}">
                <a16:creationId xmlns:a16="http://schemas.microsoft.com/office/drawing/2014/main" id="{AE3770E9-CB74-47B0-8229-91F6F7560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461794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C57825D7-DD33-4B70-BBBE-D46E7A5352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768485"/>
            <a:ext cx="5305662" cy="5305662"/>
          </a:xfrm>
          <a:custGeom>
            <a:avLst/>
            <a:gdLst>
              <a:gd name="connsiteX0" fmla="*/ 2652831 w 5305662"/>
              <a:gd name="connsiteY0" fmla="*/ 0 h 5305662"/>
              <a:gd name="connsiteX1" fmla="*/ 5305662 w 5305662"/>
              <a:gd name="connsiteY1" fmla="*/ 2652831 h 5305662"/>
              <a:gd name="connsiteX2" fmla="*/ 2652831 w 5305662"/>
              <a:gd name="connsiteY2" fmla="*/ 5305662 h 5305662"/>
              <a:gd name="connsiteX3" fmla="*/ 0 w 5305662"/>
              <a:gd name="connsiteY3" fmla="*/ 2652831 h 5305662"/>
              <a:gd name="connsiteX4" fmla="*/ 2652831 w 5305662"/>
              <a:gd name="connsiteY4" fmla="*/ 0 h 530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5662" h="5305662">
                <a:moveTo>
                  <a:pt x="2652831" y="0"/>
                </a:moveTo>
                <a:cubicBezTo>
                  <a:pt x="4117949" y="0"/>
                  <a:pt x="5305662" y="1187713"/>
                  <a:pt x="5305662" y="2652831"/>
                </a:cubicBezTo>
                <a:cubicBezTo>
                  <a:pt x="5305662" y="4117949"/>
                  <a:pt x="4117949" y="5305662"/>
                  <a:pt x="2652831" y="5305662"/>
                </a:cubicBezTo>
                <a:cubicBezTo>
                  <a:pt x="1187713" y="5305662"/>
                  <a:pt x="0" y="4117949"/>
                  <a:pt x="0" y="2652831"/>
                </a:cubicBezTo>
                <a:cubicBezTo>
                  <a:pt x="0" y="1187713"/>
                  <a:pt x="1187713" y="0"/>
                  <a:pt x="2652831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0"/>
              <a:t>Вставка рисунка</a:t>
            </a:r>
            <a:endParaRPr lang="ru-RU" noProof="0" dirty="0"/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 flipH="1">
            <a:off x="5400786" y="-2003509"/>
            <a:ext cx="8917229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Полилиния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noProof="0" dirty="0"/>
            </a:p>
          </p:txBody>
        </p:sp>
        <p:sp>
          <p:nvSpPr>
            <p:cNvPr id="16" name="Полилиния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noProof="0" dirty="0"/>
            </a:p>
          </p:txBody>
        </p:sp>
      </p:grpSp>
      <p:sp>
        <p:nvSpPr>
          <p:cNvPr id="19" name="Заголовок 1">
            <a:extLst>
              <a:ext uri="{FF2B5EF4-FFF2-40B4-BE49-F238E27FC236}">
                <a16:creationId xmlns:a16="http://schemas.microsoft.com/office/drawing/2014/main" id="{19A1397F-1946-4CBE-9EC5-159C3CBC7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20" name="Текст 3">
            <a:extLst>
              <a:ext uri="{FF2B5EF4-FFF2-40B4-BE49-F238E27FC236}">
                <a16:creationId xmlns:a16="http://schemas.microsoft.com/office/drawing/2014/main" id="{C535F2AB-153E-44A9-97BE-00553BEC17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6298D65-1027-4897-A948-DCEEF8FC3D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1857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9F866E5C-B8AA-4805-B232-831BA01AAF16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0" name="Полилиния 5">
              <a:extLst>
                <a:ext uri="{FF2B5EF4-FFF2-40B4-BE49-F238E27FC236}">
                  <a16:creationId xmlns:a16="http://schemas.microsoft.com/office/drawing/2014/main" id="{F98614F0-2DA3-4F29-8CB3-D61424AC8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noProof="0" dirty="0"/>
            </a:p>
          </p:txBody>
        </p:sp>
        <p:sp>
          <p:nvSpPr>
            <p:cNvPr id="22" name="Полилиния 6">
              <a:extLst>
                <a:ext uri="{FF2B5EF4-FFF2-40B4-BE49-F238E27FC236}">
                  <a16:creationId xmlns:a16="http://schemas.microsoft.com/office/drawing/2014/main" id="{66D52F08-13EC-4AB4-BB79-89A5395A03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noProof="0" dirty="0"/>
            </a:p>
          </p:txBody>
        </p:sp>
        <p:sp>
          <p:nvSpPr>
            <p:cNvPr id="23" name="Полилиния 7">
              <a:extLst>
                <a:ext uri="{FF2B5EF4-FFF2-40B4-BE49-F238E27FC236}">
                  <a16:creationId xmlns:a16="http://schemas.microsoft.com/office/drawing/2014/main" id="{2544236D-8C3A-41EF-9A68-C84A8A7D0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noProof="0" dirty="0"/>
            </a:p>
          </p:txBody>
        </p:sp>
      </p:grp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>
              <a:solidFill>
                <a:schemeClr val="bg1"/>
              </a:solidFill>
            </a:endParaRP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14" name="Заголовок 1">
            <a:extLst>
              <a:ext uri="{FF2B5EF4-FFF2-40B4-BE49-F238E27FC236}">
                <a16:creationId xmlns:a16="http://schemas.microsoft.com/office/drawing/2014/main" id="{9009D5C6-6206-4291-8037-67DC025F0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17" name="Текст 3">
            <a:extLst>
              <a:ext uri="{FF2B5EF4-FFF2-40B4-BE49-F238E27FC236}">
                <a16:creationId xmlns:a16="http://schemas.microsoft.com/office/drawing/2014/main" id="{BEB643FD-AA85-4A43-8EBD-AFD10DD98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8" name="Объект 2">
            <a:extLst>
              <a:ext uri="{FF2B5EF4-FFF2-40B4-BE49-F238E27FC236}">
                <a16:creationId xmlns:a16="http://schemas.microsoft.com/office/drawing/2014/main" id="{9001F313-F798-43BE-AFF0-A68C84C36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1881DEA-0ECB-4310-ADF5-4337ACB433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310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C4D7FA-B85E-4477-8C62-94955B34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 2">
            <a:extLst>
              <a:ext uri="{FF2B5EF4-FFF2-40B4-BE49-F238E27FC236}">
                <a16:creationId xmlns:a16="http://schemas.microsoft.com/office/drawing/2014/main" id="{1F1226BB-3E56-4E7F-8172-7EC03C9F0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5D08EF-72FB-4F19-9916-65815A9CA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2A4B3A73-9DD3-4028-87DB-C033F5E3B44F}" type="datetime1">
              <a:rPr lang="ru-RU" noProof="0" smtClean="0"/>
              <a:t>31.03.2026</a:t>
            </a:fld>
            <a:endParaRPr lang="ru-RU" noProof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65084D-BC85-4A55-BD80-93876AD10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 5">
            <a:extLst>
              <a:ext uri="{FF2B5EF4-FFF2-40B4-BE49-F238E27FC236}">
                <a16:creationId xmlns:a16="http://schemas.microsoft.com/office/drawing/2014/main" id="{45FDEF23-A140-4DD6-A0D0-A86BD4DF3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9EC71654-96A5-4280-94F3-931C61A9F92C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34708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0" r:id="rId4"/>
    <p:sldLayoutId id="2147483661" r:id="rId5"/>
    <p:sldLayoutId id="2147483662" r:id="rId6"/>
    <p:sldLayoutId id="2147483663" r:id="rId7"/>
    <p:sldLayoutId id="2147483654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3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AFF0EFE-C50F-44EB-8978-B97795477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44343" y="3294743"/>
            <a:ext cx="5602514" cy="3563257"/>
          </a:xfrm>
        </p:spPr>
        <p:txBody>
          <a:bodyPr rtlCol="0"/>
          <a:lstStyle/>
          <a:p>
            <a:r>
              <a:rPr lang="ru-RU" b="1" dirty="0"/>
              <a:t>Отчет по учебной практике:</a:t>
            </a:r>
            <a:r>
              <a:rPr lang="ru-RU" dirty="0"/>
              <a:t> УП ПМ.05 </a:t>
            </a:r>
          </a:p>
          <a:p>
            <a:r>
              <a:rPr lang="ru-RU" b="1" dirty="0"/>
              <a:t>Организация:</a:t>
            </a:r>
            <a:r>
              <a:rPr lang="ru-RU" dirty="0"/>
              <a:t> ОГБПОУ «Касимовский нефтегазовый колледж» </a:t>
            </a:r>
          </a:p>
          <a:p>
            <a:r>
              <a:rPr lang="ru-RU" b="1" dirty="0"/>
              <a:t>Студент:</a:t>
            </a:r>
            <a:r>
              <a:rPr lang="ru-RU" dirty="0"/>
              <a:t> Муратов Антон Сергеевич</a:t>
            </a:r>
          </a:p>
          <a:p>
            <a:r>
              <a:rPr lang="ru-RU" b="1" dirty="0"/>
              <a:t>Группа:</a:t>
            </a:r>
            <a:r>
              <a:rPr lang="ru-RU" dirty="0"/>
              <a:t> 23И-1 </a:t>
            </a:r>
          </a:p>
          <a:p>
            <a:r>
              <a:rPr lang="ru-RU" b="1" dirty="0"/>
              <a:t>Специальность:</a:t>
            </a:r>
            <a:r>
              <a:rPr lang="ru-RU" dirty="0"/>
              <a:t> 09.02.07 «Информационные системы и программирование» </a:t>
            </a:r>
          </a:p>
          <a:p>
            <a:r>
              <a:rPr lang="ru-RU" b="1" dirty="0"/>
              <a:t>Руководитель:</a:t>
            </a:r>
            <a:r>
              <a:rPr lang="ru-RU" dirty="0"/>
              <a:t> Борковской И.Б. </a:t>
            </a:r>
          </a:p>
          <a:p>
            <a:r>
              <a:rPr lang="ru-RU" b="1" dirty="0"/>
              <a:t>Год:</a:t>
            </a:r>
            <a:r>
              <a:rPr lang="ru-RU" dirty="0"/>
              <a:t> 2026</a:t>
            </a:r>
          </a:p>
        </p:txBody>
      </p:sp>
      <p:pic>
        <p:nvPicPr>
          <p:cNvPr id="10" name="Рисунок 9" descr="Городской пейзаж&#10;">
            <a:extLst>
              <a:ext uri="{FF2B5EF4-FFF2-40B4-BE49-F238E27FC236}">
                <a16:creationId xmlns:a16="http://schemas.microsoft.com/office/drawing/2014/main" id="{CF143FEA-6E93-4548-8A9B-318F437CD88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0339" y="776169"/>
            <a:ext cx="5305661" cy="5305661"/>
          </a:xfr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D562906-7BCD-5F71-88B1-71531D56D36E}"/>
              </a:ext>
            </a:extLst>
          </p:cNvPr>
          <p:cNvSpPr/>
          <p:nvPr/>
        </p:nvSpPr>
        <p:spPr>
          <a:xfrm>
            <a:off x="6037942" y="558802"/>
            <a:ext cx="3077029" cy="1886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8EF7BD-FE81-4B20-8DC5-0B3EB736F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4342" y="174172"/>
            <a:ext cx="5747657" cy="2917372"/>
          </a:xfrm>
        </p:spPr>
        <p:txBody>
          <a:bodyPr rtlCol="0"/>
          <a:lstStyle/>
          <a:p>
            <a:r>
              <a:rPr lang="ru-RU" sz="3600" b="0" dirty="0"/>
              <a:t>Разработка информационной системы «Заселение в студенческое Общежитие»</a:t>
            </a:r>
            <a:endParaRPr lang="ru-RU" sz="36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26F6AAB-4767-EE12-360D-44980243FF73}"/>
              </a:ext>
            </a:extLst>
          </p:cNvPr>
          <p:cNvSpPr/>
          <p:nvPr/>
        </p:nvSpPr>
        <p:spPr>
          <a:xfrm>
            <a:off x="6444342" y="4175393"/>
            <a:ext cx="5200487" cy="1101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7989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C2ED177-27FE-6BF0-34D1-B86053A3EBFD}"/>
              </a:ext>
            </a:extLst>
          </p:cNvPr>
          <p:cNvSpPr/>
          <p:nvPr/>
        </p:nvSpPr>
        <p:spPr>
          <a:xfrm>
            <a:off x="6204659" y="1656561"/>
            <a:ext cx="3751641" cy="45537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0" name="Рисунок 9" descr="городской пейзаж">
            <a:extLst>
              <a:ext uri="{FF2B5EF4-FFF2-40B4-BE49-F238E27FC236}">
                <a16:creationId xmlns:a16="http://schemas.microsoft.com/office/drawing/2014/main" id="{ABD7F97D-15E8-4032-B615-0562046B754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795E9F4C-9464-3053-AAF8-D5A1E96889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58959" y="2133599"/>
            <a:ext cx="5077261" cy="4553749"/>
          </a:xfrm>
        </p:spPr>
        <p:txBody>
          <a:bodyPr/>
          <a:lstStyle/>
          <a:p>
            <a:r>
              <a:rPr lang="ru-RU" b="1" dirty="0"/>
              <a:t>Цель создания ИС:</a:t>
            </a:r>
            <a:endParaRPr lang="ru-RU" dirty="0"/>
          </a:p>
          <a:p>
            <a:r>
              <a:rPr lang="ru-RU" dirty="0"/>
              <a:t>Автоматизация учёта жилого фонда</a:t>
            </a:r>
          </a:p>
          <a:p>
            <a:r>
              <a:rPr lang="ru-RU" dirty="0"/>
              <a:t>распределения мест и контроля заселения студентов в общежитие колледжа</a:t>
            </a:r>
          </a:p>
          <a:p>
            <a:r>
              <a:rPr lang="ru-RU" b="1" dirty="0"/>
              <a:t>Назначение:</a:t>
            </a:r>
            <a:endParaRPr lang="ru-RU" dirty="0"/>
          </a:p>
          <a:p>
            <a:r>
              <a:rPr lang="ru-RU" dirty="0"/>
              <a:t>Хранение информации о жилом фонде (корпуса, этажи, комнаты, количество мест).</a:t>
            </a:r>
          </a:p>
          <a:p>
            <a:r>
              <a:rPr lang="ru-RU" dirty="0"/>
              <a:t>Учёт текущего состояния комнат (свободна, занята, в ремонте).</a:t>
            </a:r>
          </a:p>
          <a:p>
            <a:r>
              <a:rPr lang="ru-RU" dirty="0"/>
              <a:t>Ведение базы данных студентов, нуждающихся в жилье.</a:t>
            </a:r>
          </a:p>
          <a:p>
            <a:r>
              <a:rPr lang="ru-RU" dirty="0"/>
              <a:t>Оформление заселения и выселения студентов с заключением договоров.</a:t>
            </a:r>
          </a:p>
          <a:p>
            <a:r>
              <a:rPr lang="ru-RU" dirty="0"/>
              <a:t>Формирование отчётной документации (списки проживающих, договоры, приказы о заселении).</a:t>
            </a:r>
          </a:p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AB08B8-3DB3-4637-AE23-B8DB96D9F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8959" y="391884"/>
            <a:ext cx="5620622" cy="1264677"/>
          </a:xfrm>
        </p:spPr>
        <p:txBody>
          <a:bodyPr rtlCol="0"/>
          <a:lstStyle/>
          <a:p>
            <a:r>
              <a:rPr lang="ru-RU" sz="4000" dirty="0"/>
              <a:t>Цель и назначение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3167172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17001BA-9891-D285-9408-8D612A79DC36}"/>
              </a:ext>
            </a:extLst>
          </p:cNvPr>
          <p:cNvSpPr/>
          <p:nvPr/>
        </p:nvSpPr>
        <p:spPr>
          <a:xfrm>
            <a:off x="246743" y="5631543"/>
            <a:ext cx="1582057" cy="10691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 descr="силуэт города">
            <a:extLst>
              <a:ext uri="{FF2B5EF4-FFF2-40B4-BE49-F238E27FC236}">
                <a16:creationId xmlns:a16="http://schemas.microsoft.com/office/drawing/2014/main" id="{9D82A855-CCB0-4075-B5EE-5CC6FD176DB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061" r="13061"/>
          <a:stretch/>
        </p:blipFill>
        <p:spPr>
          <a:xfrm>
            <a:off x="8081036" y="1521155"/>
            <a:ext cx="3815689" cy="3815689"/>
          </a:xfr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64C2A7-EC84-4D8C-9CA2-F6AE46F51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33894"/>
            <a:ext cx="7241248" cy="757624"/>
          </a:xfrm>
        </p:spPr>
        <p:txBody>
          <a:bodyPr rtlCol="0">
            <a:normAutofit/>
          </a:bodyPr>
          <a:lstStyle/>
          <a:p>
            <a:r>
              <a:rPr lang="ru-RU" b="1" dirty="0"/>
              <a:t>Основные функции системы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6960426-AAA6-4126-93AF-30F7DEE010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119" y="1150701"/>
            <a:ext cx="8317734" cy="5305662"/>
          </a:xfrm>
        </p:spPr>
        <p:txBody>
          <a:bodyPr rtlCol="0">
            <a:noAutofit/>
          </a:bodyPr>
          <a:lstStyle/>
          <a:p>
            <a:r>
              <a:rPr lang="ru-RU" sz="1800" dirty="0"/>
              <a:t>1. Управление жилым фондом: Добавление корпусов (название, адрес, этажи, год постройки), учет этажей и комнат, добавление/обновление комнат (номер, места, тип, статус, площадь), контроль заполненности.</a:t>
            </a:r>
          </a:p>
          <a:p>
            <a:r>
              <a:rPr lang="ru-RU" sz="1800" dirty="0"/>
              <a:t>2. Справочник корпусов: Название, адрес, этажность.</a:t>
            </a:r>
          </a:p>
          <a:p>
            <a:r>
              <a:rPr lang="ru-RU" sz="1800" dirty="0"/>
              <a:t>3. Справочник этажей: Номер этажа, количество комнат.</a:t>
            </a:r>
          </a:p>
          <a:p>
            <a:r>
              <a:rPr lang="ru-RU" sz="1800" dirty="0"/>
              <a:t>4. Справочник студентов: ФИО, код студента, группа, курс, факультет, контакты.</a:t>
            </a:r>
          </a:p>
          <a:p>
            <a:r>
              <a:rPr lang="ru-RU" sz="1800" dirty="0"/>
              <a:t>5. Справочник пользователей: Логин, роль, ФИО.</a:t>
            </a:r>
          </a:p>
          <a:p>
            <a:r>
              <a:rPr lang="ru-RU" sz="1800" dirty="0"/>
              <a:t>6. Заселение и выселение: Оформление заселения с выбором места, фиксация даты и договора, выселение, переселение, история заселений.</a:t>
            </a:r>
          </a:p>
          <a:p>
            <a:r>
              <a:rPr lang="ru-RU" sz="1800" dirty="0"/>
              <a:t>7. Очередь на заселение: Добавление студентов с приоритетом и предпочтениями, отслеживание статуса заявки, автоматическое заселение при появлении мест.</a:t>
            </a:r>
          </a:p>
          <a:p>
            <a:r>
              <a:rPr lang="ru-RU" sz="1800" dirty="0"/>
              <a:t>8. Договоры: Создание с автоматической нумерацией, сроки действия, ежемесячная плата, статус (активен/завершен/расторгнут), контроль подписания.</a:t>
            </a:r>
          </a:p>
          <a:p>
            <a:r>
              <a:rPr lang="ru-RU" sz="1800" dirty="0"/>
              <a:t>9. Отчетность: Списки проживающих, наличие свободных мест, очередь, договоры, статистика заполненности.</a:t>
            </a:r>
          </a:p>
          <a:p>
            <a:r>
              <a:rPr lang="ru-RU" sz="1800" dirty="0"/>
              <a:t>10. Экспорт: Выгрузка отчетов в CSV.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66E959E-B23F-467A-9B6E-30F9EE969EC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896725" y="6456363"/>
            <a:ext cx="295275" cy="187325"/>
          </a:xfrm>
        </p:spPr>
        <p:txBody>
          <a:bodyPr rtlCol="0"/>
          <a:lstStyle/>
          <a:p>
            <a:pPr rtl="0"/>
            <a:fld id="{9EC71654-96A5-4280-94F3-931C61A9F92C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7533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5C6BAC-F3F8-4AA0-B332-02F663571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EC71654-96A5-4280-94F3-931C61A9F92C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C50832-0B36-43C5-98EC-4CD165D78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29" y="225995"/>
            <a:ext cx="10256182" cy="764043"/>
          </a:xfrm>
        </p:spPr>
        <p:txBody>
          <a:bodyPr rtlCol="0"/>
          <a:lstStyle/>
          <a:p>
            <a:pPr rtl="0"/>
            <a:r>
              <a:rPr lang="ru-RU" dirty="0"/>
              <a:t>Контекстная Диаграмма</a:t>
            </a:r>
            <a:br>
              <a:rPr lang="ru-RU" dirty="0"/>
            </a:br>
            <a:endParaRPr lang="ru-RU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D8C7273-AD56-1CD1-EE62-0241EDE08C1F}"/>
              </a:ext>
            </a:extLst>
          </p:cNvPr>
          <p:cNvSpPr/>
          <p:nvPr/>
        </p:nvSpPr>
        <p:spPr>
          <a:xfrm>
            <a:off x="130629" y="1347950"/>
            <a:ext cx="2438400" cy="54210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CB24A0D-F9F4-C895-4BD5-4456FCE17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474" y="833953"/>
            <a:ext cx="10895682" cy="593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561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3A9A18-93E0-4615-B7AA-B8C8FBB14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366" y="104775"/>
            <a:ext cx="7109959" cy="701852"/>
          </a:xfrm>
        </p:spPr>
        <p:txBody>
          <a:bodyPr rtlCol="0"/>
          <a:lstStyle/>
          <a:p>
            <a:pPr rtl="0"/>
            <a:r>
              <a:rPr lang="ru-RU" dirty="0"/>
              <a:t>Контекстная диаграмма </a:t>
            </a:r>
            <a:r>
              <a:rPr lang="ru-RU" dirty="0" err="1"/>
              <a:t>ао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BDDBFEE-BC50-46CF-AB8F-D145B99B5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EC71654-96A5-4280-94F3-931C61A9F92C}" type="slidenum">
              <a:rPr lang="ru-RU" smtClean="0"/>
              <a:pPr/>
              <a:t>5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710D3E9-D530-7A6C-793E-DF0749A5D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87601"/>
            <a:ext cx="12192000" cy="606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730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782DE4E-D973-248A-A8FB-11394D1EBBE5}"/>
              </a:ext>
            </a:extLst>
          </p:cNvPr>
          <p:cNvSpPr/>
          <p:nvPr/>
        </p:nvSpPr>
        <p:spPr>
          <a:xfrm>
            <a:off x="515938" y="1494971"/>
            <a:ext cx="10847759" cy="53412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BB985D-7833-4E74-AA1C-E9A4BC3CC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556" y="21777"/>
            <a:ext cx="11150600" cy="571871"/>
          </a:xfrm>
        </p:spPr>
        <p:txBody>
          <a:bodyPr rtlCol="0"/>
          <a:lstStyle/>
          <a:p>
            <a:r>
              <a:rPr lang="ru-RU" dirty="0"/>
              <a:t>Диаграмма вариантов использования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B5E3677-5FC4-4712-BA70-5DBE57453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EC71654-96A5-4280-94F3-931C61A9F92C}" type="slidenum">
              <a:rPr lang="ru-RU" smtClean="0"/>
              <a:pPr/>
              <a:t>6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343FBA0-409C-70C8-B2D3-CB1435BA6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1519" y="593648"/>
            <a:ext cx="7288962" cy="618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269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63C2D9-0850-4620-BE32-11F44A927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556" y="136523"/>
            <a:ext cx="11150600" cy="495389"/>
          </a:xfrm>
        </p:spPr>
        <p:txBody>
          <a:bodyPr rtlCol="0"/>
          <a:lstStyle/>
          <a:p>
            <a:pPr rtl="0"/>
            <a:r>
              <a:rPr lang="ru-RU" dirty="0"/>
              <a:t>Диаграмма классов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A1C0347-C2C9-46A2-B7A6-9653B525F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EC71654-96A5-4280-94F3-931C61A9F92C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1CCF0D5B-6774-DDC5-3600-726284A4B978}"/>
              </a:ext>
            </a:extLst>
          </p:cNvPr>
          <p:cNvSpPr/>
          <p:nvPr/>
        </p:nvSpPr>
        <p:spPr>
          <a:xfrm>
            <a:off x="319489" y="5922754"/>
            <a:ext cx="1399142" cy="79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0B932FA-C623-D459-CA49-134114EC1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9895" y="670613"/>
            <a:ext cx="5825922" cy="6187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03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32B532-EB3E-428B-9224-EFA237D16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21" y="121184"/>
            <a:ext cx="4975040" cy="505945"/>
          </a:xfrm>
        </p:spPr>
        <p:txBody>
          <a:bodyPr rtlCol="0"/>
          <a:lstStyle/>
          <a:p>
            <a:pPr rtl="0"/>
            <a:r>
              <a:rPr lang="en-US" dirty="0"/>
              <a:t>ER-</a:t>
            </a:r>
            <a:r>
              <a:rPr lang="ru-RU" dirty="0"/>
              <a:t>Диаграммы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B5F9B50-CED9-4961-91E8-058BE2567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EC71654-96A5-4280-94F3-931C61A9F92C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DD6A9EB-7308-C463-84DD-C3055A3F7469}"/>
              </a:ext>
            </a:extLst>
          </p:cNvPr>
          <p:cNvSpPr/>
          <p:nvPr/>
        </p:nvSpPr>
        <p:spPr>
          <a:xfrm>
            <a:off x="6038129" y="0"/>
            <a:ext cx="115741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A8447C7-8A75-6D22-EA7B-3B99C80765E2}"/>
              </a:ext>
            </a:extLst>
          </p:cNvPr>
          <p:cNvSpPr/>
          <p:nvPr/>
        </p:nvSpPr>
        <p:spPr>
          <a:xfrm>
            <a:off x="352540" y="6186507"/>
            <a:ext cx="1266940" cy="5503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1511F3-B5D8-0712-8C58-6D714CFA850D}"/>
              </a:ext>
            </a:extLst>
          </p:cNvPr>
          <p:cNvSpPr txBox="1"/>
          <p:nvPr/>
        </p:nvSpPr>
        <p:spPr>
          <a:xfrm>
            <a:off x="969927" y="627128"/>
            <a:ext cx="4098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Логическая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E9DA86-B004-FA7C-FBDD-77BE7289B4E5}"/>
              </a:ext>
            </a:extLst>
          </p:cNvPr>
          <p:cNvSpPr txBox="1"/>
          <p:nvPr/>
        </p:nvSpPr>
        <p:spPr>
          <a:xfrm>
            <a:off x="7888354" y="627129"/>
            <a:ext cx="26109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Физическая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B72DF08-A790-9FD0-6E78-5434785DF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41" y="1186767"/>
            <a:ext cx="5996869" cy="475431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B4CF31D-95DA-856A-4AD1-D9F5CA231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4789" y="1237860"/>
            <a:ext cx="5935530" cy="470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930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033D21D-4267-9470-408F-BEE3F4E002BE}"/>
              </a:ext>
            </a:extLst>
          </p:cNvPr>
          <p:cNvSpPr/>
          <p:nvPr/>
        </p:nvSpPr>
        <p:spPr>
          <a:xfrm>
            <a:off x="330506" y="6037243"/>
            <a:ext cx="1421176" cy="6830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507556" y="606319"/>
            <a:ext cx="11150600" cy="583063"/>
          </a:xfrm>
        </p:spPr>
        <p:txBody>
          <a:bodyPr rtlCol="0"/>
          <a:lstStyle/>
          <a:p>
            <a:r>
              <a:rPr lang="ru-RU" dirty="0"/>
              <a:t>Репозиторий проекта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r>
              <a:rPr lang="ru-RU"/>
              <a:t>9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A9BA88E-B620-D2FF-1897-9650A38AA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3311" y="1966708"/>
            <a:ext cx="8516539" cy="29245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B33468-B023-1DCC-D3B9-743F4C0D08B3}"/>
              </a:ext>
            </a:extLst>
          </p:cNvPr>
          <p:cNvSpPr txBox="1"/>
          <p:nvPr/>
        </p:nvSpPr>
        <p:spPr>
          <a:xfrm>
            <a:off x="152150" y="1882995"/>
            <a:ext cx="3371161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sz="2600" i="0" dirty="0">
                <a:effectLst/>
                <a:latin typeface="system-ui"/>
              </a:rPr>
              <a:t>Платформа: </a:t>
            </a:r>
            <a:r>
              <a:rPr lang="ru-RU" sz="2600" i="0" dirty="0" err="1">
                <a:effectLst/>
                <a:latin typeface="system-ui"/>
              </a:rPr>
              <a:t>GitHub</a:t>
            </a:r>
            <a:r>
              <a:rPr lang="ru-RU" sz="2600" i="0" dirty="0">
                <a:effectLst/>
                <a:latin typeface="system-ui"/>
              </a:rPr>
              <a:t> Назначение: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600" i="0" dirty="0">
                <a:effectLst/>
                <a:latin typeface="system-ui"/>
              </a:rPr>
              <a:t>Хранение исходного кода проекта.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600" i="0" dirty="0">
                <a:effectLst/>
                <a:latin typeface="system-ui"/>
              </a:rPr>
              <a:t>Контроль версий.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600" i="0" dirty="0">
                <a:effectLst/>
                <a:latin typeface="system-ui"/>
              </a:rPr>
              <a:t>Возможность совместной разработки.</a:t>
            </a:r>
          </a:p>
        </p:txBody>
      </p:sp>
    </p:spTree>
    <p:extLst>
      <p:ext uri="{BB962C8B-B14F-4D97-AF65-F5344CB8AC3E}">
        <p14:creationId xmlns:p14="http://schemas.microsoft.com/office/powerpoint/2010/main" val="688656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F61ACC26-80F4-27AE-A893-E28A0B6455DE}"/>
              </a:ext>
            </a:extLst>
          </p:cNvPr>
          <p:cNvSpPr/>
          <p:nvPr/>
        </p:nvSpPr>
        <p:spPr>
          <a:xfrm>
            <a:off x="176270" y="1322024"/>
            <a:ext cx="11150600" cy="54533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BFCA16-8D78-4A87-9023-708458E3A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00" y="82626"/>
            <a:ext cx="5575300" cy="854315"/>
          </a:xfrm>
        </p:spPr>
        <p:txBody>
          <a:bodyPr rtlCol="0"/>
          <a:lstStyle/>
          <a:p>
            <a:r>
              <a:rPr lang="ru-RU" dirty="0"/>
              <a:t>Функциональное тестирование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10F7B49-6C9D-4DBF-AD20-9D4CFAB1C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EC71654-96A5-4280-94F3-931C61A9F92C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5D2F790-2611-5043-BCFA-7884CE4C0AFE}"/>
              </a:ext>
            </a:extLst>
          </p:cNvPr>
          <p:cNvSpPr txBox="1"/>
          <p:nvPr/>
        </p:nvSpPr>
        <p:spPr>
          <a:xfrm>
            <a:off x="515938" y="1481234"/>
            <a:ext cx="434615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sz="2800" b="1" i="0" dirty="0">
                <a:effectLst/>
                <a:latin typeface="system-ui"/>
              </a:rPr>
              <a:t>Охват тестирования:</a:t>
            </a:r>
            <a:r>
              <a:rPr lang="ru-RU" sz="2800" b="0" i="0" dirty="0">
                <a:effectLst/>
                <a:latin typeface="system-ui"/>
              </a:rPr>
              <a:t> </a:t>
            </a:r>
          </a:p>
          <a:p>
            <a:pPr algn="l">
              <a:buNone/>
            </a:pPr>
            <a:r>
              <a:rPr lang="ru-RU" sz="2800" dirty="0">
                <a:latin typeface="system-ui"/>
              </a:rPr>
              <a:t>8</a:t>
            </a:r>
            <a:r>
              <a:rPr lang="ru-RU" sz="2800" b="0" i="0" dirty="0">
                <a:effectLst/>
                <a:latin typeface="system-ui"/>
              </a:rPr>
              <a:t> основных модулей </a:t>
            </a:r>
            <a:r>
              <a:rPr lang="ru-RU" sz="2800" b="1" i="0" dirty="0">
                <a:effectLst/>
                <a:latin typeface="system-ui"/>
              </a:rPr>
              <a:t>Статистика тест-кейсов:</a:t>
            </a:r>
            <a:endParaRPr lang="ru-RU" sz="2800" b="0" i="0" dirty="0"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effectLst/>
                <a:latin typeface="system-ui"/>
              </a:rPr>
              <a:t> Всего: </a:t>
            </a:r>
            <a:r>
              <a:rPr lang="ru-RU" sz="2800" dirty="0">
                <a:latin typeface="system-ui"/>
              </a:rPr>
              <a:t>40</a:t>
            </a:r>
            <a:r>
              <a:rPr lang="ru-RU" sz="2800" b="0" i="0" dirty="0">
                <a:effectLst/>
                <a:latin typeface="system-ui"/>
              </a:rPr>
              <a:t> тест-кейсов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effectLst/>
                <a:latin typeface="system-ui"/>
              </a:rPr>
              <a:t> Позитивные: </a:t>
            </a:r>
            <a:r>
              <a:rPr lang="ru-RU" sz="2800" dirty="0">
                <a:latin typeface="system-ui"/>
              </a:rPr>
              <a:t>28</a:t>
            </a:r>
            <a:r>
              <a:rPr lang="ru-RU" sz="2800" b="0" i="0" dirty="0">
                <a:effectLst/>
                <a:latin typeface="system-ui"/>
              </a:rPr>
              <a:t> (проверка корректной работы)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effectLst/>
                <a:latin typeface="system-ui"/>
              </a:rPr>
              <a:t> Негативные: 12 (проверка обработки ошибок)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EF8607B-180A-D318-7624-149E1D4432A3}"/>
              </a:ext>
            </a:extLst>
          </p:cNvPr>
          <p:cNvSpPr txBox="1"/>
          <p:nvPr/>
        </p:nvSpPr>
        <p:spPr>
          <a:xfrm>
            <a:off x="3898097" y="936942"/>
            <a:ext cx="25826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i="0" dirty="0">
                <a:effectLst/>
                <a:latin typeface="system-ui"/>
              </a:rPr>
              <a:t>Пример тестов:</a:t>
            </a:r>
            <a:endParaRPr lang="ru-RU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CBA25FE-1B0F-96B3-A07E-0F159A558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096" y="93640"/>
            <a:ext cx="5060774" cy="667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634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 descr="Городской пейзаж">
            <a:extLst>
              <a:ext uri="{FF2B5EF4-FFF2-40B4-BE49-F238E27FC236}">
                <a16:creationId xmlns:a16="http://schemas.microsoft.com/office/drawing/2014/main" id="{3A7EDB62-3E60-F44C-AE34-9495623E004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39B0EC6D-03DD-4CEE-9979-34A964DCA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6909" y="764350"/>
            <a:ext cx="5305661" cy="651448"/>
          </a:xfrm>
        </p:spPr>
        <p:txBody>
          <a:bodyPr rtlCol="0"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F48EFE5-D9F1-635F-D09D-2722342F4A20}"/>
              </a:ext>
            </a:extLst>
          </p:cNvPr>
          <p:cNvSpPr/>
          <p:nvPr/>
        </p:nvSpPr>
        <p:spPr>
          <a:xfrm>
            <a:off x="6236909" y="1751682"/>
            <a:ext cx="2014725" cy="10025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8D1EC7-D582-6DD8-8B1A-B200604332D4}"/>
              </a:ext>
            </a:extLst>
          </p:cNvPr>
          <p:cNvSpPr txBox="1"/>
          <p:nvPr/>
        </p:nvSpPr>
        <p:spPr>
          <a:xfrm>
            <a:off x="6236909" y="2489936"/>
            <a:ext cx="69626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>
                <a:effectLst/>
                <a:latin typeface="system-ui"/>
              </a:rPr>
              <a:t>Результаты практики:</a:t>
            </a:r>
            <a:endParaRPr lang="ru-RU" b="0" i="0" dirty="0"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system-ui"/>
              </a:rPr>
              <a:t> Разработана полноценная информационная система.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system-ui"/>
              </a:rPr>
              <a:t> Реализован ролевой доступ и безопасность данных.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system-ui"/>
              </a:rPr>
              <a:t> Проведено успешное функциональное тестирование.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2456080-704D-2993-C2F9-ADDE0059ACDC}"/>
              </a:ext>
            </a:extLst>
          </p:cNvPr>
          <p:cNvSpPr/>
          <p:nvPr/>
        </p:nvSpPr>
        <p:spPr>
          <a:xfrm>
            <a:off x="6334699" y="4076241"/>
            <a:ext cx="2952520" cy="16194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880249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Contoso v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C567A"/>
      </a:accent1>
      <a:accent2>
        <a:srgbClr val="0072C7"/>
      </a:accent2>
      <a:accent3>
        <a:srgbClr val="0D1D51"/>
      </a:accent3>
      <a:accent4>
        <a:srgbClr val="666666"/>
      </a:accent4>
      <a:accent5>
        <a:srgbClr val="3C76A6"/>
      </a:accent5>
      <a:accent6>
        <a:srgbClr val="1E44BC"/>
      </a:accent6>
      <a:hlink>
        <a:srgbClr val="0563C1"/>
      </a:hlink>
      <a:folHlink>
        <a:srgbClr val="954F72"/>
      </a:folHlink>
    </a:clrScheme>
    <a:fontScheme name="Contoso v1">
      <a:majorFont>
        <a:latin typeface="Corbe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740512_TF34076243" id="{94C2722F-8848-4209-9C4C-09427914FB00}" vid="{8B6D946A-4E88-4114-B5AD-CF66231E8EAC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0" ma:contentTypeDescription="Create a new document." ma:contentTypeScope="" ma:versionID="e39e7e9e36de66d473ce04bb4ab2dbb8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9dc5994665da46609c24125788630d8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FF4E1AF-DB5E-4764-961C-6F82B33E9E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519797F-2510-4681-A59B-FCD8F3733FE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A4C31332-3081-4BD9-AD6F-078B4521F35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Презентация в стиле синих сфер</Template>
  <TotalTime>78</TotalTime>
  <Words>443</Words>
  <Application>Microsoft Office PowerPoint</Application>
  <PresentationFormat>Широкоэкранный</PresentationFormat>
  <Paragraphs>72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Corbel</vt:lpstr>
      <vt:lpstr>system-ui</vt:lpstr>
      <vt:lpstr>Тема Office</vt:lpstr>
      <vt:lpstr>Разработка информационной системы «Заселение в студенческое Общежитие»</vt:lpstr>
      <vt:lpstr>Цель и назначение системы</vt:lpstr>
      <vt:lpstr>Основные функции системы</vt:lpstr>
      <vt:lpstr>Контекстная Диаграмма </vt:lpstr>
      <vt:lpstr>Контекстная диаграмма ао</vt:lpstr>
      <vt:lpstr>Диаграмма вариантов использования</vt:lpstr>
      <vt:lpstr>Диаграмма классов</vt:lpstr>
      <vt:lpstr>ER-Диаграммы</vt:lpstr>
      <vt:lpstr>Репозиторий проекта</vt:lpstr>
      <vt:lpstr>Функциональное тестирование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gromvladosgromov3@gmail.com</dc:creator>
  <cp:lastModifiedBy>gromvladosgromov3@gmail.com</cp:lastModifiedBy>
  <cp:revision>5</cp:revision>
  <dcterms:created xsi:type="dcterms:W3CDTF">2026-03-25T16:13:34Z</dcterms:created>
  <dcterms:modified xsi:type="dcterms:W3CDTF">2026-03-31T15:45:33Z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